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f7640079184efe" /><Relationship Type="http://schemas.openxmlformats.org/officeDocument/2006/relationships/extended-properties" Target="/docProps/app.xml" Id="R38e20c46587c40c0" /><Relationship Type="http://schemas.openxmlformats.org/officeDocument/2006/relationships/officeDocument" Target="/ppt/presentation.xml" Id="Rcf1407cc3d7348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8cab89fed54869"/>
  </p:sldMasterIdLst>
  <p:notesMasterIdLst>
    <p:notesMasterId xmlns:r="http://schemas.openxmlformats.org/officeDocument/2006/relationships" r:id="Rf32c9cb34b8b4792"/>
  </p:notesMasterIdLst>
  <p:sldIdLst>
    <p:sldId xmlns:r="http://schemas.openxmlformats.org/officeDocument/2006/relationships" id="256" r:id="Rec6ca0dc086049f6"/>
    <p:sldId xmlns:r="http://schemas.openxmlformats.org/officeDocument/2006/relationships" id="257" r:id="R8acd8f55b5ff4762"/>
    <p:sldId xmlns:r="http://schemas.openxmlformats.org/officeDocument/2006/relationships" id="258" r:id="R0d631fc1ac5848ac"/>
    <p:sldId xmlns:r="http://schemas.openxmlformats.org/officeDocument/2006/relationships" id="259" r:id="Rd4eb72b1344043fd"/>
    <p:sldId xmlns:r="http://schemas.openxmlformats.org/officeDocument/2006/relationships" id="260" r:id="R11c78f4485904e5e"/>
    <p:sldId xmlns:r="http://schemas.openxmlformats.org/officeDocument/2006/relationships" id="261" r:id="R95503166e8244f3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da1a9ba0e147a1" /><Relationship Type="http://schemas.openxmlformats.org/officeDocument/2006/relationships/slideMaster" Target="/ppt/slideMasters/slideMaster1.xml" Id="R838cab89fed54869" /><Relationship Type="http://schemas.openxmlformats.org/officeDocument/2006/relationships/notesMaster" Target="/ppt/notesMasters/notesMaster1.xml" Id="Rf32c9cb34b8b4792" /><Relationship Type="http://schemas.openxmlformats.org/officeDocument/2006/relationships/presProps" Target="/ppt/presProps.xml" Id="Rff059fd3f1ba4e60" /><Relationship Type="http://schemas.openxmlformats.org/officeDocument/2006/relationships/tableStyles" Target="/ppt/tableStyles.xml" Id="R8a1b2ec458024230" /><Relationship Type="http://schemas.openxmlformats.org/officeDocument/2006/relationships/slide" Target="/ppt/slides/slide1.xml" Id="Rec6ca0dc086049f6" /><Relationship Type="http://schemas.openxmlformats.org/officeDocument/2006/relationships/slide" Target="/ppt/slides/slide2.xml" Id="R8acd8f55b5ff4762" /><Relationship Type="http://schemas.openxmlformats.org/officeDocument/2006/relationships/slide" Target="/ppt/slides/slide3.xml" Id="R0d631fc1ac5848ac" /><Relationship Type="http://schemas.openxmlformats.org/officeDocument/2006/relationships/slide" Target="/ppt/slides/slide4.xml" Id="Rd4eb72b1344043fd" /><Relationship Type="http://schemas.openxmlformats.org/officeDocument/2006/relationships/slide" Target="/ppt/slides/slide5.xml" Id="R11c78f4485904e5e" /><Relationship Type="http://schemas.openxmlformats.org/officeDocument/2006/relationships/slide" Target="/ppt/slides/slide6.xml" Id="R95503166e8244f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724a64766740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49975727094cc1" /><Relationship Type="http://schemas.openxmlformats.org/officeDocument/2006/relationships/notesMaster" Target="/ppt/notesMasters/notesMaster1.xml" Id="Reec1a1cea9f844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3e280851e443a7" /><Relationship Type="http://schemas.openxmlformats.org/officeDocument/2006/relationships/notesMaster" Target="/ppt/notesMasters/notesMaster1.xml" Id="R590416a46f7e4b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ae3528d6be423f" /><Relationship Type="http://schemas.openxmlformats.org/officeDocument/2006/relationships/notesMaster" Target="/ppt/notesMasters/notesMaster1.xml" Id="Re3eb6d3c116b45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d44dac70ae4533" /><Relationship Type="http://schemas.openxmlformats.org/officeDocument/2006/relationships/notesMaster" Target="/ppt/notesMasters/notesMaster1.xml" Id="Rdde9eaddaa654c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d24a7ac2244c2c" /><Relationship Type="http://schemas.openxmlformats.org/officeDocument/2006/relationships/notesMaster" Target="/ppt/notesMasters/notesMaster1.xml" Id="R39f142468fd84d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b7aff3704147fc" /><Relationship Type="http://schemas.openxmlformats.org/officeDocument/2006/relationships/notesMaster" Target="/ppt/notesMasters/notesMaster1.xml" Id="R91e200fbf70642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Концепция A. Центральный продукт, светлая сцена, минимум текста. Реальный child-home-hi.png. Сильная читаемость, но при распространении на всю презентацию может остаться слишком спокойной.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A, продуктовый слайд. Главная сцена — настоящее упражнение без повторяющегося текстового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Концепция B. Тёмная продуктовая сцена и широкая display-типографика. Крупный реальный интерфейс в центре и вторичные выноски по глубине. Выбрана как основа технологических разделов.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B, продуктовый слайд. Иерархия основной сцены и увеличенного фрагмента.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Концепция C. Человеческий образ и мятный фон. Фотография из существующего лендинга, не участник пилота. Более тёплая сцена, но как единая система уступает B по технологической выразительности.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C, продуктовый слайд. Коммуникация показана как самостоятельная ценность.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431f420274a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0ab13ad9842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2e8d123df41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b66ac0f8c40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e3abbea8f4f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cf12f498649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12113D-32F4-4C42-9F4B-4E19CFB476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6AD249-28FE-4652-8E03-3EE45225C7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72C231-04B2-4915-A3F7-A8C2D25708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E0EC07-6711-415E-9BB6-D28C15972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4ED590-C8AC-41C3-AEEE-D651592F4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1CB6A1-8B0E-4F46-BF53-525AD2B47F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E90D43-A8FB-4CA6-A89A-650E5F1B8E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4EB0A4-2741-4AC6-B341-4E5A7F6B29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E9904B-5B8C-4476-9810-A03D82126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8C28E2-C945-458D-B859-429AD4A587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1264c62414059" /><Relationship Type="http://schemas.openxmlformats.org/officeDocument/2006/relationships/slideLayout" Target="/ppt/slideLayouts/slideLayout1.xml" Id="R78107a7db8c846a5" /><Relationship Type="http://schemas.openxmlformats.org/officeDocument/2006/relationships/slideLayout" Target="/ppt/slideLayouts/slideLayout2.xml" Id="Rd453e9bbe0d2468e" /><Relationship Type="http://schemas.openxmlformats.org/officeDocument/2006/relationships/slideLayout" Target="/ppt/slideLayouts/slideLayout3.xml" Id="Re37ae8c908fe449e" /><Relationship Type="http://schemas.openxmlformats.org/officeDocument/2006/relationships/slideLayout" Target="/ppt/slideLayouts/slideLayout4.xml" Id="R1d268836642a46e1" /><Relationship Type="http://schemas.openxmlformats.org/officeDocument/2006/relationships/slideLayout" Target="/ppt/slideLayouts/slideLayout5.xml" Id="R363f723948e140eb" /><Relationship Type="http://schemas.openxmlformats.org/officeDocument/2006/relationships/slideLayout" Target="/ppt/slideLayouts/slideLayout6.xml" Id="Rcabc013d726849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107a7db8c846a5"/>
    <p:sldLayoutId xmlns:r="http://schemas.openxmlformats.org/officeDocument/2006/relationships" id="2147483650" r:id="Rd453e9bbe0d2468e"/>
    <p:sldLayoutId xmlns:r="http://schemas.openxmlformats.org/officeDocument/2006/relationships" id="2147483651" r:id="Re37ae8c908fe449e"/>
    <p:sldLayoutId xmlns:r="http://schemas.openxmlformats.org/officeDocument/2006/relationships" id="2147483652" r:id="R1d268836642a46e1"/>
    <p:sldLayoutId xmlns:r="http://schemas.openxmlformats.org/officeDocument/2006/relationships" id="2147483653" r:id="R363f723948e140eb"/>
    <p:sldLayoutId xmlns:r="http://schemas.openxmlformats.org/officeDocument/2006/relationships" id="2147483654" r:id="Rcabc013d726849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efd2913ac44a3" /><Relationship Type="http://schemas.openxmlformats.org/officeDocument/2006/relationships/image" Target="/ppt/media/image.png" Id="Ra0430901b2bc47ba" /><Relationship Type="http://schemas.openxmlformats.org/officeDocument/2006/relationships/notesSlide" Target="/ppt/notesSlides/notesSlide1.xml" Id="R3cd1fd629ff645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07e3e32d484dd6" /><Relationship Type="http://schemas.openxmlformats.org/officeDocument/2006/relationships/image" Target="/ppt/media/image2.png" Id="R9afdb13e48e14913" /><Relationship Type="http://schemas.openxmlformats.org/officeDocument/2006/relationships/notesSlide" Target="/ppt/notesSlides/notesSlide2.xml" Id="Rd39e8872943541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609ba443e426a" /><Relationship Type="http://schemas.openxmlformats.org/officeDocument/2006/relationships/image" Target="/ppt/media/image3.png" Id="Rf3e5c462af154404" /><Relationship Type="http://schemas.openxmlformats.org/officeDocument/2006/relationships/image" Target="/ppt/media/image4.png" Id="R587cebf7f38d40ff" /><Relationship Type="http://schemas.openxmlformats.org/officeDocument/2006/relationships/image" Target="/ppt/media/image5.png" Id="Rcb69409f0eab40dd" /><Relationship Type="http://schemas.openxmlformats.org/officeDocument/2006/relationships/notesSlide" Target="/ppt/notesSlides/notesSlide3.xml" Id="R7dbf0b764ffc47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da7740d3a4f22" /><Relationship Type="http://schemas.openxmlformats.org/officeDocument/2006/relationships/image" Target="/ppt/media/image6.png" Id="R8bb28b29b48747de" /><Relationship Type="http://schemas.openxmlformats.org/officeDocument/2006/relationships/image" Target="/ppt/media/image7.png" Id="Ref1548c5d22c402e" /><Relationship Type="http://schemas.openxmlformats.org/officeDocument/2006/relationships/notesSlide" Target="/ppt/notesSlides/notesSlide4.xml" Id="R1b8b797e8b134a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448d230d8432f" /><Relationship Type="http://schemas.openxmlformats.org/officeDocument/2006/relationships/image" Target="/ppt/media/image.bin" Id="R2044473bd9e34e0d" /><Relationship Type="http://schemas.openxmlformats.org/officeDocument/2006/relationships/image" Target="/ppt/media/image8.png" Id="R55d700a0ee9e4a49" /><Relationship Type="http://schemas.openxmlformats.org/officeDocument/2006/relationships/notesSlide" Target="/ppt/notesSlides/notesSlide5.xml" Id="R3ebdaef7d37b47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8e9313a4b46c1" /><Relationship Type="http://schemas.openxmlformats.org/officeDocument/2006/relationships/image" Target="/ppt/media/image9.png" Id="R285442b50c3e47d9" /><Relationship Type="http://schemas.openxmlformats.org/officeDocument/2006/relationships/notesSlide" Target="/ppt/notesSlides/notesSlide6.xml" Id="Rf3d6e9d8aea443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 / APPLE-LIKE MINIMAL PRODUCT">
            <a:extLst xmlns:a="http://schemas.openxmlformats.org/drawingml/2006/main">
              <a:ext uri="{FF2B5EF4-FFF2-40B4-BE49-F238E27FC236}">
                <a16:creationId xmlns:a16="http://schemas.microsoft.com/office/drawing/2014/main" id="{215BE96C-FB9A-4643-9998-340A5EC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17D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66717D"/>
                </a:solidFill>
                <a:latin typeface="Menlo"/>
                <a:ea typeface="Menlo"/>
                <a:cs typeface="Menlo"/>
              </a:rPr>
              <a:t>01 / APPLE-LIKE MINIMAL PRODUCT</a:t>
            </a:r>
          </a:p>
        </p:txBody>
      </p:sp>
      <p:sp>
        <p:nvSpPr>
          <p:cNvPr id="2" name="SÖYLE">
            <a:extLst xmlns:a="http://schemas.openxmlformats.org/drawingml/2006/main">
              <a:ext uri="{FF2B5EF4-FFF2-40B4-BE49-F238E27FC236}">
                <a16:creationId xmlns:a16="http://schemas.microsoft.com/office/drawing/2014/main" id="{66E91366-A0A6-41BE-80F8-C20B0C0D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7145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181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SÖYLE</a:t>
            </a:r>
          </a:p>
        </p:txBody>
      </p:sp>
      <p:sp>
        <p:nvSpPr>
          <p:cNvPr id="3" name="Каждый голос важен">
            <a:extLst xmlns:a="http://schemas.openxmlformats.org/drawingml/2006/main">
              <a:ext uri="{FF2B5EF4-FFF2-40B4-BE49-F238E27FC236}">
                <a16:creationId xmlns:a16="http://schemas.microsoft.com/office/drawing/2014/main" id="{5CCC999C-BDCA-47C0-9DE9-0C0DDC0A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695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Каждый голос важен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59344-73F4-4B97-97A5-A0B43E2A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3150" y="4505325"/>
            <a:ext cx="13601700" cy="5572125"/>
          </a:xfrm>
          <a:prstGeom xmlns:a="http://schemas.openxmlformats.org/drawingml/2006/main" prst="roundRect">
            <a:avLst>
              <a:gd name="adj" fmla="val 5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013B1-1089-4C3D-A8FB-F63AB0430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30901b2bc47ba"/>
          <a:stretch xmlns:a="http://schemas.openxmlformats.org/drawingml/2006/main"/>
        </p:blipFill>
        <p:spPr>
          <a:xfrm xmlns:a="http://schemas.openxmlformats.org/drawingml/2006/main">
            <a:off x="2428875" y="4593346"/>
            <a:ext cx="13430250" cy="5396083"/>
          </a:xfrm>
          <a:prstGeom xmlns:a="http://schemas.openxmlformats.org/drawingml/2006/main" prst="roundRect">
            <a:avLst>
              <a:gd name="adj" fmla="val 4586"/>
            </a:avLst>
          </a:prstGeom>
        </p:spPr>
      </p:pic>
    </p:spTree>
    <p:extLst>
      <p:ext uri="{BB962C8B-B14F-4D97-AF65-F5344CB8AC3E}">
        <p14:creationId xmlns:p14="http://schemas.microsoft.com/office/powerpoint/2010/main" val="41111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 / PRODUCT DEMO">
            <a:extLst xmlns:a="http://schemas.openxmlformats.org/drawingml/2006/main">
              <a:ext uri="{FF2B5EF4-FFF2-40B4-BE49-F238E27FC236}">
                <a16:creationId xmlns:a16="http://schemas.microsoft.com/office/drawing/2014/main" id="{775765E0-6246-499E-A0AB-E404D7B7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01 / PRODUCT DEMO</a:t>
            </a:r>
          </a:p>
        </p:txBody>
      </p:sp>
      <p:sp>
        <p:nvSpPr>
          <p:cNvPr id="2" name="Один понятный шаг">
            <a:extLst xmlns:a="http://schemas.openxmlformats.org/drawingml/2006/main">
              <a:ext uri="{FF2B5EF4-FFF2-40B4-BE49-F238E27FC236}">
                <a16:creationId xmlns:a16="http://schemas.microsoft.com/office/drawing/2014/main" id="{1B8374A5-4540-4FEC-A48B-6EFA90BA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695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3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Один понятный шаг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B8DDF-0D13-49A1-92D7-AF941C0D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2828925"/>
            <a:ext cx="14792325" cy="7248525"/>
          </a:xfrm>
          <a:prstGeom xmlns:a="http://schemas.openxmlformats.org/drawingml/2006/main" prst="roundRect">
            <a:avLst>
              <a:gd name="adj" fmla="val 3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C0001-8FE5-4159-8D20-852DB5A9E0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db13e48e14913"/>
          <a:stretch xmlns:a="http://schemas.openxmlformats.org/drawingml/2006/main"/>
        </p:blipFill>
        <p:spPr>
          <a:xfrm xmlns:a="http://schemas.openxmlformats.org/drawingml/2006/main">
            <a:off x="952500" y="2915879"/>
            <a:ext cx="14620875" cy="7074617"/>
          </a:xfrm>
          <a:prstGeom xmlns:a="http://schemas.openxmlformats.org/drawingml/2006/main" prst="roundRect">
            <a:avLst>
              <a:gd name="adj" fmla="val 3230"/>
            </a:avLst>
          </a:prstGeom>
        </p:spPr>
      </p:pic>
      <p:sp>
        <p:nvSpPr>
          <p:cNvPr id="5" name="ПОСЛУШАТЬ  ВЫБРАТЬ  ОСТАНОВИТЬСЯ">
            <a:extLst xmlns:a="http://schemas.openxmlformats.org/drawingml/2006/main">
              <a:ext uri="{FF2B5EF4-FFF2-40B4-BE49-F238E27FC236}">
                <a16:creationId xmlns:a16="http://schemas.microsoft.com/office/drawing/2014/main" id="{2B9D2E89-3BEB-4FB8-98F9-C7F705B0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4095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ПОСЛУШАТЬ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ВЫБРАТЬ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ОСТАНОВИТЬСЯ</a:t>
            </a:r>
          </a:p>
        </p:txBody>
      </p:sp>
    </p:spTree>
    <p:extLst>
      <p:ext uri="{BB962C8B-B14F-4D97-AF65-F5344CB8AC3E}">
        <p14:creationId xmlns:p14="http://schemas.microsoft.com/office/powerpoint/2010/main" val="1784897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2 / PREMIUM TECH EDITORIAL">
            <a:extLst xmlns:a="http://schemas.openxmlformats.org/drawingml/2006/main">
              <a:ext uri="{FF2B5EF4-FFF2-40B4-BE49-F238E27FC236}">
                <a16:creationId xmlns:a16="http://schemas.microsoft.com/office/drawing/2014/main" id="{DEDF8D57-457C-493C-906B-AA6A138A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02 / PREMIUM TECH EDITORIAL</a:t>
            </a:r>
          </a:p>
        </p:txBody>
      </p:sp>
      <p:sp>
        <p:nvSpPr>
          <p:cNvPr id="2" name="SÖYLE">
            <a:extLst xmlns:a="http://schemas.openxmlformats.org/drawingml/2006/main">
              <a:ext uri="{FF2B5EF4-FFF2-40B4-BE49-F238E27FC236}">
                <a16:creationId xmlns:a16="http://schemas.microsoft.com/office/drawing/2014/main" id="{9188937F-E9C5-4B84-A926-81A87BD3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40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SÖYLE</a:t>
            </a:r>
          </a:p>
        </p:txBody>
      </p:sp>
      <p:sp>
        <p:nvSpPr>
          <p:cNvPr id="3" name="BEYOND WORDS">
            <a:extLst xmlns:a="http://schemas.openxmlformats.org/drawingml/2006/main">
              <a:ext uri="{FF2B5EF4-FFF2-40B4-BE49-F238E27FC236}">
                <a16:creationId xmlns:a16="http://schemas.microsoft.com/office/drawing/2014/main" id="{06CFEC82-19E3-4A1C-91C2-935C6C28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3457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BEYOND WORDS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710A1-CB7C-4592-9320-054BAAD4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771525" y="5553075"/>
            <a:ext cx="7219950" cy="1933575"/>
          </a:xfrm>
          <a:prstGeom xmlns:a="http://schemas.openxmlformats.org/drawingml/2006/main" prst="roundRect">
            <a:avLst>
              <a:gd name="adj" fmla="val 11823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9A84B-F940-42AD-975C-B43FF85D8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5c462af154404"/>
          <a:stretch xmlns:a="http://schemas.openxmlformats.org/drawingml/2006/main"/>
        </p:blipFill>
        <p:spPr>
          <a:xfrm xmlns:a="http://schemas.openxmlformats.org/drawingml/2006/main" rot="-420000">
            <a:off x="857250" y="5645093"/>
            <a:ext cx="7048500" cy="1749538"/>
          </a:xfrm>
          <a:prstGeom xmlns:a="http://schemas.openxmlformats.org/drawingml/2006/main" prst="roundRect">
            <a:avLst>
              <a:gd name="adj" fmla="val 973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320A4-F312-4274-8BCA-81D162BA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2275" y="3962400"/>
            <a:ext cx="12458700" cy="5105400"/>
          </a:xfrm>
          <a:prstGeom xmlns:a="http://schemas.openxmlformats.org/drawingml/2006/main" prst="roundRect">
            <a:avLst>
              <a:gd name="adj" fmla="val 6343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5BC3F-6EDD-49C8-88BA-556EF9CE06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cebf7f38d40ff"/>
          <a:stretch xmlns:a="http://schemas.openxmlformats.org/drawingml/2006/main"/>
        </p:blipFill>
        <p:spPr>
          <a:xfrm xmlns:a="http://schemas.openxmlformats.org/drawingml/2006/main">
            <a:off x="3051598" y="4048125"/>
            <a:ext cx="12280053" cy="493395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1DCA7-38E4-4309-9CB4-908FA96B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12773025" y="7191375"/>
            <a:ext cx="4648200" cy="1419225"/>
          </a:xfrm>
          <a:prstGeom xmlns:a="http://schemas.openxmlformats.org/drawingml/2006/main" prst="roundRect">
            <a:avLst>
              <a:gd name="adj" fmla="val 16107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4CF2D-3928-477E-AFCF-2BFA81F837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9409f0eab40dd"/>
          <a:stretch xmlns:a="http://schemas.openxmlformats.org/drawingml/2006/main"/>
        </p:blipFill>
        <p:spPr>
          <a:xfrm xmlns:a="http://schemas.openxmlformats.org/drawingml/2006/main" rot="420000">
            <a:off x="12864264" y="7277100"/>
            <a:ext cx="4465721" cy="1247775"/>
          </a:xfrm>
          <a:prstGeom xmlns:a="http://schemas.openxmlformats.org/drawingml/2006/main" prst="roundRect">
            <a:avLst>
              <a:gd name="adj" fmla="val 13740"/>
            </a:avLst>
          </a:prstGeom>
        </p:spPr>
      </p:pic>
      <p:sp>
        <p:nvSpPr>
          <p:cNvPr id="10" name="Коммуникация. Домашняя практика. Поддержка се">
            <a:extLst xmlns:a="http://schemas.openxmlformats.org/drawingml/2006/main">
              <a:ext uri="{FF2B5EF4-FFF2-40B4-BE49-F238E27FC236}">
                <a16:creationId xmlns:a16="http://schemas.microsoft.com/office/drawing/2014/main" id="{846FCF29-12F8-4312-8083-EABE132C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01175"/>
            <a:ext cx="1714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Коммуникация. Домашняя практика. Поддержка семьи.</a:t>
            </a:r>
          </a:p>
        </p:txBody>
      </p:sp>
    </p:spTree>
    <p:extLst>
      <p:ext uri="{BB962C8B-B14F-4D97-AF65-F5344CB8AC3E}">
        <p14:creationId xmlns:p14="http://schemas.microsoft.com/office/powerpoint/2010/main" val="814390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2 / PRODUCT DEMO">
            <a:extLst xmlns:a="http://schemas.openxmlformats.org/drawingml/2006/main">
              <a:ext uri="{FF2B5EF4-FFF2-40B4-BE49-F238E27FC236}">
                <a16:creationId xmlns:a16="http://schemas.microsoft.com/office/drawing/2014/main" id="{7F42FF8C-48F8-43E4-A667-46A58050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02 / PRODUCT DEMO</a:t>
            </a:r>
          </a:p>
        </p:txBody>
      </p:sp>
      <p:sp>
        <p:nvSpPr>
          <p:cNvPr id="2" name="В фокусе — ребёнок">
            <a:extLst xmlns:a="http://schemas.openxmlformats.org/drawingml/2006/main">
              <a:ext uri="{FF2B5EF4-FFF2-40B4-BE49-F238E27FC236}">
                <a16:creationId xmlns:a16="http://schemas.microsoft.com/office/drawing/2014/main" id="{BCF7CA62-B924-4F0B-B272-0DC257B5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1666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52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В фокусе — ребёнок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6669E-CAAC-4AE8-A246-66D1F460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752725"/>
            <a:ext cx="13696950" cy="671512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F2661-95E0-4B14-85D8-9358725DFE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28b29b48747de"/>
          <a:stretch xmlns:a="http://schemas.openxmlformats.org/drawingml/2006/main"/>
        </p:blipFill>
        <p:spPr>
          <a:xfrm xmlns:a="http://schemas.openxmlformats.org/drawingml/2006/main">
            <a:off x="667702" y="2838450"/>
            <a:ext cx="13523595" cy="6543675"/>
          </a:xfrm>
          <a:prstGeom xmlns:a="http://schemas.openxmlformats.org/drawingml/2006/main" prst="roundRect">
            <a:avLst>
              <a:gd name="adj" fmla="val 262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1132F-7A1E-4417-91EB-284B5E22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0658475" y="2105025"/>
            <a:ext cx="6743700" cy="1362075"/>
          </a:xfrm>
          <a:prstGeom xmlns:a="http://schemas.openxmlformats.org/drawingml/2006/main" prst="roundRect">
            <a:avLst>
              <a:gd name="adj" fmla="val 16783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0EB16-7F1A-4AF6-8086-91D3AB0756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548c5d22c402e"/>
          <a:stretch xmlns:a="http://schemas.openxmlformats.org/drawingml/2006/main"/>
        </p:blipFill>
        <p:spPr>
          <a:xfrm xmlns:a="http://schemas.openxmlformats.org/drawingml/2006/main" rot="180000">
            <a:off x="10748061" y="2190750"/>
            <a:ext cx="6564527" cy="1190625"/>
          </a:xfrm>
          <a:prstGeom xmlns:a="http://schemas.openxmlformats.org/drawingml/2006/main" prst="roundRect">
            <a:avLst>
              <a:gd name="adj" fmla="val 14400"/>
            </a:avLst>
          </a:prstGeom>
        </p:spPr>
      </p:pic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31B27A69-E798-4219-8F5A-3AF597E6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7625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defRPr>
            </a:pPr>
            <a:r>
              <a:rPr sz="7950" b="0">
                <a:solidFill>
                  <a:srgbClr val="F29D86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8" name="Слушает и выбирает">
            <a:extLst xmlns:a="http://schemas.openxmlformats.org/drawingml/2006/main">
              <a:ext uri="{FF2B5EF4-FFF2-40B4-BE49-F238E27FC236}">
                <a16:creationId xmlns:a16="http://schemas.microsoft.com/office/drawing/2014/main" id="{814B8BA2-23FC-44BB-AF2A-C6883C12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621030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Слушает</a:t>
            </a:r>
          </a:p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выбирает</a:t>
            </a:r>
          </a:p>
        </p:txBody>
      </p:sp>
    </p:spTree>
    <p:extLst>
      <p:ext uri="{BB962C8B-B14F-4D97-AF65-F5344CB8AC3E}">
        <p14:creationId xmlns:p14="http://schemas.microsoft.com/office/powerpoint/2010/main" val="6567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3 / HUMAN-CENTERED FUTURISTIC">
            <a:extLst xmlns:a="http://schemas.openxmlformats.org/drawingml/2006/main">
              <a:ext uri="{FF2B5EF4-FFF2-40B4-BE49-F238E27FC236}">
                <a16:creationId xmlns:a16="http://schemas.microsoft.com/office/drawing/2014/main" id="{855AF523-B51E-47D4-A1BD-9EB7C4C4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03 / HUMAN-CENTERED FUTURISTIC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00C01-CB38-443F-8F77-20A8B17F91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4473bd9e34e0d"/>
          <a:srcRect xmlns:a="http://schemas.openxmlformats.org/drawingml/2006/main" l="13158" t="0" r="131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1219200"/>
            <a:ext cx="8001000" cy="72390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3" name="Beyond words.">
            <a:extLst xmlns:a="http://schemas.openxmlformats.org/drawingml/2006/main">
              <a:ext uri="{FF2B5EF4-FFF2-40B4-BE49-F238E27FC236}">
                <a16:creationId xmlns:a16="http://schemas.microsoft.com/office/drawing/2014/main" id="{746A8C3B-BEE0-4C37-8A7A-D70C0904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1430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Beyond</a:t>
            </a:r>
          </a:p>
          <a:p xmlns:a="http://schemas.openxmlformats.org/drawingml/2006/main">
            <a:pPr algn="l">
              <a:def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129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0783-F59B-451B-8A6E-731F6955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5525" y="6438900"/>
            <a:ext cx="13411200" cy="3457575"/>
          </a:xfrm>
          <a:prstGeom xmlns:a="http://schemas.openxmlformats.org/drawingml/2006/main" prst="roundRect">
            <a:avLst>
              <a:gd name="adj" fmla="val 9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AE398-C83C-4F71-BBFE-1C3ECE27B1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700a0ee9e4a49"/>
          <a:stretch xmlns:a="http://schemas.openxmlformats.org/drawingml/2006/main"/>
        </p:blipFill>
        <p:spPr>
          <a:xfrm xmlns:a="http://schemas.openxmlformats.org/drawingml/2006/main">
            <a:off x="2381593" y="6524625"/>
            <a:ext cx="13239065" cy="3286125"/>
          </a:xfrm>
          <a:prstGeom xmlns:a="http://schemas.openxmlformats.org/drawingml/2006/main" prst="roundRect">
            <a:avLst>
              <a:gd name="adj" fmla="val 8406"/>
            </a:avLst>
          </a:prstGeom>
        </p:spPr>
      </p:pic>
    </p:spTree>
    <p:extLst>
      <p:ext uri="{BB962C8B-B14F-4D97-AF65-F5344CB8AC3E}">
        <p14:creationId xmlns:p14="http://schemas.microsoft.com/office/powerpoint/2010/main" val="1492088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Сказать. Сейчас.">
            <a:extLst xmlns:a="http://schemas.openxmlformats.org/drawingml/2006/main">
              <a:ext uri="{FF2B5EF4-FFF2-40B4-BE49-F238E27FC236}">
                <a16:creationId xmlns:a16="http://schemas.microsoft.com/office/drawing/2014/main" id="{F2591606-4946-4BBB-BE57-232EB029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695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Сказать.</a:t>
            </a:r>
          </a:p>
          <a:p xmlns:a="http://schemas.openxmlformats.org/drawingml/2006/main">
            <a:pPr algn="l">
              <a:def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88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Сейчас.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7CE16-3CC4-4472-B3A6-EC588D49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867150"/>
            <a:ext cx="17125950" cy="4371975"/>
          </a:xfrm>
          <a:prstGeom xmlns:a="http://schemas.openxmlformats.org/drawingml/2006/main" prst="roundRect">
            <a:avLst>
              <a:gd name="adj" fmla="val 6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0769C-2548-4513-916B-9EA31BBF3E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442b50c3e47d9"/>
          <a:stretch xmlns:a="http://schemas.openxmlformats.org/drawingml/2006/main"/>
        </p:blipFill>
        <p:spPr>
          <a:xfrm xmlns:a="http://schemas.openxmlformats.org/drawingml/2006/main">
            <a:off x="682511" y="3952875"/>
            <a:ext cx="16922978" cy="4200525"/>
          </a:xfrm>
          <a:prstGeom xmlns:a="http://schemas.openxmlformats.org/drawingml/2006/main" prst="roundRect">
            <a:avLst>
              <a:gd name="adj" fmla="val 5896"/>
            </a:avLst>
          </a:prstGeom>
        </p:spPr>
      </p:pic>
      <p:sp>
        <p:nvSpPr>
          <p:cNvPr id="4" name="Помощь, перерыв и отказ доступны отдельно от ">
            <a:extLst xmlns:a="http://schemas.openxmlformats.org/drawingml/2006/main">
              <a:ext uri="{FF2B5EF4-FFF2-40B4-BE49-F238E27FC236}">
                <a16:creationId xmlns:a16="http://schemas.microsoft.com/office/drawing/2014/main" id="{27A87EBD-825E-4458-970B-945CE524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001125"/>
            <a:ext cx="1676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Помощь, перерыв и отказ доступны отдельно от упражнений.</a:t>
            </a:r>
          </a:p>
        </p:txBody>
      </p:sp>
    </p:spTree>
    <p:extLst>
      <p:ext uri="{BB962C8B-B14F-4D97-AF65-F5344CB8AC3E}">
        <p14:creationId xmlns:p14="http://schemas.microsoft.com/office/powerpoint/2010/main" val="1365725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2026-10-18T17:48:55.9360000Z</dcterms:created>
  <dcterms:modified xsi:type="dcterms:W3CDTF">2026-10-18T17:48:55.9360000Z</dcterms:modified>
</coreProperties>
</file>