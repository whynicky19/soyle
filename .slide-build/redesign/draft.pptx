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b795f430e04d8d" /><Relationship Type="http://schemas.openxmlformats.org/officeDocument/2006/relationships/extended-properties" Target="/docProps/app.xml" Id="Rf0d5d4aaabb946dd" /><Relationship Type="http://schemas.openxmlformats.org/officeDocument/2006/relationships/officeDocument" Target="/ppt/presentation.xml" Id="R385e3086eda54331" /></Relationships>
</file>

<file path=ppt/presentation.xml><?xml version="1.0" encoding="utf-8"?>
<p:presentation xmlns:p="http://schemas.openxmlformats.org/presentationml/2006/main">
  <p:sldMasterIdLst>
    <p:sldMasterId xmlns:r="http://schemas.openxmlformats.org/officeDocument/2006/relationships" id="2147483648" r:id="Rfb9aab47c41d4a5d"/>
  </p:sldMasterIdLst>
  <p:notesMasterIdLst>
    <p:notesMasterId xmlns:r="http://schemas.openxmlformats.org/officeDocument/2006/relationships" r:id="Rc9032ed5c3f34361"/>
  </p:notesMasterIdLst>
  <p:sldIdLst>
    <p:sldId xmlns:r="http://schemas.openxmlformats.org/officeDocument/2006/relationships" id="256" r:id="R4917b521b70049c6"/>
    <p:sldId xmlns:r="http://schemas.openxmlformats.org/officeDocument/2006/relationships" id="257" r:id="R33a81aa4647f440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3450995abe49d7" /><Relationship Type="http://schemas.openxmlformats.org/officeDocument/2006/relationships/slideMaster" Target="/ppt/slideMasters/slideMaster1.xml" Id="Rfb9aab47c41d4a5d" /><Relationship Type="http://schemas.openxmlformats.org/officeDocument/2006/relationships/notesMaster" Target="/ppt/notesMasters/notesMaster1.xml" Id="Rc9032ed5c3f34361" /><Relationship Type="http://schemas.openxmlformats.org/officeDocument/2006/relationships/presProps" Target="/ppt/presProps.xml" Id="R6e143707dbf940a1" /><Relationship Type="http://schemas.openxmlformats.org/officeDocument/2006/relationships/tableStyles" Target="/ppt/tableStyles.xml" Id="R4312d90969d949a9" /><Relationship Type="http://schemas.openxmlformats.org/officeDocument/2006/relationships/slide" Target="/ppt/slides/slide1.xml" Id="R4917b521b70049c6" /><Relationship Type="http://schemas.openxmlformats.org/officeDocument/2006/relationships/slide" Target="/ppt/slides/slide2.xml" Id="R33a81aa4647f44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006e99baa74e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4256e5245b4c36" /><Relationship Type="http://schemas.openxmlformats.org/officeDocument/2006/relationships/notesMaster" Target="/ppt/notesMasters/notesMaster1.xml" Id="R684e95dce6a74f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e301a9b0634288" /><Relationship Type="http://schemas.openxmlformats.org/officeDocument/2006/relationships/notesMaster" Target="/ppt/notesMasters/notesMaster1.xml" Id="R3135caaa48e04f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фактических процессов по локальной версии проекта на 17.10.2026. Источники: frontend/components/SoyleApp.tsx (AuthScreen, ChildOnboarding, startDailySession, startPreparedPlan, saveSession, PhraseGame, ProgressScreen, ParentScreen); frontend/components/GoalsAndPractice.tsx; backend/app/main.py (auth, children, consents, session_plan, learning_sessions, sessions, progress); frontend/lib/sessionRuntime.ts; frontend/lib/aacGrammar.ts; backend/app/aac_grammar.py. Проверены лендинг и кабинет родителя в локальном браузере. Быстрый план и адаптивный план являются отдельными маршрутами. Быстрый выбирает реже использованные задания и чередует модули, адаптивный требует активных целей. 3/5/10 минут соответствуют целевому числу 2/3/5 заданий при достаточном каталоге, это ориентир длительности. При отсутствии подходящих заданий адаптивный план выводит уведомление, случайной замены нет. В начале занятия пользователь может продолжить существующую сессию. Отказ завершает отдельную попытку без штрафа, перерыв позволяет возобновление. Результат сенсорной игры вычисляет сервер, AAC фиксирует участие без оценки речи. Бытовые наблюдения хранятся отдельно. Озвучивание использует готовые аудиофайлы, системный голос или локальный TTS. Контент в деморежиме ещё требует независимой методической и accessibility-проверки перед пилотом. Специалист отключён как действующая роль. Моторный прототип не входит в публичный каталог.</a:t>
            </a:r>
          </a:p>
          <a:p xmlns:a="http://schemas.openxmlformats.org/drawingml/2006/main">
            <a:r>
              <a:t>Иллюстрация: существующий визуальный материал сайта frontend/public/landing/soyle-hero-v3.webp. Редизайн по самостоятельному стилю Söyle, без копирования пользовательского примера. Схема сокращена до пяти последовательных этапов, быстрый и адаптивный сценарии сохранены. Регистрация родителя и вход по логину/PIN ребёнка раскрываются при устном представлении. Фото является иллюстрацией с сайта, а не документальной фотографией пользователей.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backend/app/adaptive_planner.py, backend/app/ai_assistant.py, backend/app/exercise_engine.py, backend/app/practice_goals.py, backend/app/main.py (/api/adaptive-plans, /api/ai/ask, /api/ai/plan); frontend/lib/motorDetection.ts; frontend/components/SoyleApp.tsx (MotorGame). Это локальные серверные правила, а не обучение модели на данных ребёнка. Нет внешнего AI SDK, AI API или использования токенов. Помощник выбирает готовые ответы по ключевым словам в приоритетном порядке: признаки риска, отказ/усталость/перерыв, AAC/карточки/просьба, общая памятка. Он не анализирует индивидуальную историю ребёнка: в answer_parent передаётся только вопрос. Адаптивный планировщик берёт до 8 завершённых результатов с response_owner=child и support_context independent/caregiver_supported, attempts_count&gt;0. Веса линейные: 2.0 у нового результата, 1.0 у старого. Точность считается по доле правильных ответов внутри каждого результата, затем взвешивается. Уровень 2: не менее 3 результатов, точность &gt;=76%, не менее 3 самостоятельных завершений, самостоятельность &gt;=50%. Уровень 3: не менее 6 результатов, точность &gt;=88%, не менее 3 самостоятельных завершений, самостоятельность &gt;=80%. Последнее бытовое наблюдение with_help возвращает уровень 1 и не превращается в игровой балл. Доступные параметры берутся из версии упражнения. Сначала планировщик покрывает разные цели, затем заполняет план уникальными упражнениями. Порядок: новые, реже назначенные, предпочтения, давность. Сохраняет версии целей и упражнений, параметры, версию правил и причины. Новая попытка меняет следующий сгенерированный план, не текущий. Если нет активных целей или разрешённых упражнений, выдаёт уведомление. Обычный быстрый /api/session-plan использует отдельную ротацию без этих порогов. Нейросетевой прототип MediaPipe: согласие и камера, локальная модель FaceLandmarker, калибровка нейтрального лица, blendshapes, абсолютный порог и изменение относительно базы, 6 последовательных совпадений, обратная связь о движении. Видео и координаты не сохраняются и не передаются на сервер. local_face_mirror исключён в published_exercise_rows, поэтому это не действующая публичная функция. Демоконтент не следует представлять как независимо проверенную лечебную программу. Диагностики и распознавания речи нет.</a:t>
            </a:r>
          </a:p>
          <a:p xmlns:a="http://schemas.openxmlformats.org/drawingml/2006/main">
            <a:r>
              <a:t>Основной рисунок показывает адаптивный подбор. Нижняя ветка кратко показывает независимый локальный помощник родителя. Внешняя нейросеть не используется. Фактически нейросетевой MediaPipe является отдельным исключённым из публичного каталога прототипом, поэтому не изображён как работающая часть публичного сценария. Внутренние правила подбора показаны редактируемыми объектами. При недостатке данных сохраняется начальный уровень. Отказы, перерывы и технические ошибки не входят в расчёт точности. Система не ставит диагноз.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7b5d076b7844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7a74db693249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61572397a744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0934b2a33e4b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2bd3a5e2204f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198174c3bb4e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6FFE7-515D-4F1E-9194-9A69A7111867}"/>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8CC731-4D78-40EF-8F8E-70FBD5BFFD6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B012FF-B4DF-46F6-BF72-827B72089F6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4B3E14-0FA4-4610-8241-F5559D9570A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3BCA9F-4F46-4510-B97F-5DD0DBA2E579}"/>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172359-E224-4E29-BAFA-6E27B4AB3EC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12C9DE-84C9-44B0-9088-443A1D3B0AE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58163C-154C-4BFE-ADA9-EDA51AC7F94F}"/>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6A6B65-C729-43B4-B9B5-F456B0ECC79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AD581D-3B67-45A1-87FB-3EB681F8AEE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4b61fc1ad64a25" /><Relationship Type="http://schemas.openxmlformats.org/officeDocument/2006/relationships/slideLayout" Target="/ppt/slideLayouts/slideLayout1.xml" Id="R10931d0b8960461d" /><Relationship Type="http://schemas.openxmlformats.org/officeDocument/2006/relationships/slideLayout" Target="/ppt/slideLayouts/slideLayout2.xml" Id="R47ad6415bcd04735" /><Relationship Type="http://schemas.openxmlformats.org/officeDocument/2006/relationships/slideLayout" Target="/ppt/slideLayouts/slideLayout3.xml" Id="Rb5791bda81554b2b" /><Relationship Type="http://schemas.openxmlformats.org/officeDocument/2006/relationships/slideLayout" Target="/ppt/slideLayouts/slideLayout4.xml" Id="R62160b9288cf4ff5" /><Relationship Type="http://schemas.openxmlformats.org/officeDocument/2006/relationships/slideLayout" Target="/ppt/slideLayouts/slideLayout5.xml" Id="R6994ddf6eb7f46b0" /><Relationship Type="http://schemas.openxmlformats.org/officeDocument/2006/relationships/slideLayout" Target="/ppt/slideLayouts/slideLayout6.xml" Id="R16f4fbfebf3e47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931d0b8960461d"/>
    <p:sldLayoutId xmlns:r="http://schemas.openxmlformats.org/officeDocument/2006/relationships" id="2147483650" r:id="R47ad6415bcd04735"/>
    <p:sldLayoutId xmlns:r="http://schemas.openxmlformats.org/officeDocument/2006/relationships" id="2147483651" r:id="Rb5791bda81554b2b"/>
    <p:sldLayoutId xmlns:r="http://schemas.openxmlformats.org/officeDocument/2006/relationships" id="2147483652" r:id="R62160b9288cf4ff5"/>
    <p:sldLayoutId xmlns:r="http://schemas.openxmlformats.org/officeDocument/2006/relationships" id="2147483653" r:id="R6994ddf6eb7f46b0"/>
    <p:sldLayoutId xmlns:r="http://schemas.openxmlformats.org/officeDocument/2006/relationships" id="2147483654" r:id="R16f4fbfebf3e47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899df49825465b" /><Relationship Type="http://schemas.openxmlformats.org/officeDocument/2006/relationships/image" Target="/ppt/media/image.bin" Id="R6de01dcd33c84335" /><Relationship Type="http://schemas.openxmlformats.org/officeDocument/2006/relationships/notesSlide" Target="/ppt/notesSlides/notesSlide1.xml" Id="R81f20a761c3e4f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45fca5040c420b" /><Relationship Type="http://schemas.openxmlformats.org/officeDocument/2006/relationships/notesSlide" Target="/ppt/notesSlides/notesSlide2.xml" Id="Rdfbf09e858774c2f" /></Relationships>
</file>

<file path=ppt/slides/slide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0B86D7D-987E-4F32-9971-F7E1A2D825B6}"/>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B6A91"/>
                </a:solidFill>
                <a:latin typeface="Helvetica Neue"/>
                <a:ea typeface="Helvetica Neue"/>
                <a:cs typeface="Helvetica Neue"/>
              </a:defRPr>
            </a:defPPr>
            <a:lvl1pPr algn="l">
              <a:defRPr sz="2400" b="1">
                <a:solidFill>
                  <a:srgbClr val="1B6A91"/>
                </a:solidFill>
                <a:latin typeface="Helvetica Neue"/>
                <a:ea typeface="Helvetica Neue"/>
                <a:cs typeface="Helvetica Neue"/>
              </a:defRPr>
            </a:lvl1pPr>
            <a:lvl2pPr algn="l">
              <a:defRPr sz="2400" b="1">
                <a:solidFill>
                  <a:srgbClr val="1B6A91"/>
                </a:solidFill>
                <a:latin typeface="Helvetica Neue"/>
                <a:ea typeface="Helvetica Neue"/>
                <a:cs typeface="Helvetica Neue"/>
              </a:defRPr>
            </a:lvl2pPr>
            <a:lvl3pPr algn="l">
              <a:defRPr sz="2400" b="1">
                <a:solidFill>
                  <a:srgbClr val="1B6A91"/>
                </a:solidFill>
                <a:latin typeface="Helvetica Neue"/>
                <a:ea typeface="Helvetica Neue"/>
                <a:cs typeface="Helvetica Neue"/>
              </a:defRPr>
            </a:lvl3pPr>
            <a:lvl4pPr algn="l">
              <a:defRPr sz="2400" b="1">
                <a:solidFill>
                  <a:srgbClr val="1B6A91"/>
                </a:solidFill>
                <a:latin typeface="Helvetica Neue"/>
                <a:ea typeface="Helvetica Neue"/>
                <a:cs typeface="Helvetica Neue"/>
              </a:defRPr>
            </a:lvl4pPr>
            <a:lvl5pPr algn="l">
              <a:defRPr sz="2400" b="1">
                <a:solidFill>
                  <a:srgbClr val="1B6A91"/>
                </a:solidFill>
                <a:latin typeface="Helvetica Neue"/>
                <a:ea typeface="Helvetica Neue"/>
                <a:cs typeface="Helvetica Neue"/>
              </a:defRPr>
            </a:lvl5pPr>
            <a:lvl6pPr algn="l">
              <a:defRPr sz="2400" b="1">
                <a:solidFill>
                  <a:srgbClr val="1B6A91"/>
                </a:solidFill>
                <a:latin typeface="Helvetica Neue"/>
                <a:ea typeface="Helvetica Neue"/>
                <a:cs typeface="Helvetica Neue"/>
              </a:defRPr>
            </a:lvl6pPr>
            <a:lvl7pPr algn="l">
              <a:defRPr sz="2400" b="1">
                <a:solidFill>
                  <a:srgbClr val="1B6A91"/>
                </a:solidFill>
                <a:latin typeface="Helvetica Neue"/>
                <a:ea typeface="Helvetica Neue"/>
                <a:cs typeface="Helvetica Neue"/>
              </a:defRPr>
            </a:lvl7pPr>
            <a:lvl8pPr algn="l">
              <a:defRPr sz="2400" b="1">
                <a:solidFill>
                  <a:srgbClr val="1B6A91"/>
                </a:solidFill>
                <a:latin typeface="Helvetica Neue"/>
                <a:ea typeface="Helvetica Neue"/>
                <a:cs typeface="Helvetica Neue"/>
              </a:defRPr>
            </a:lvl8pPr>
            <a:lvl9pPr algn="l">
              <a:defRPr sz="2400" b="1">
                <a:solidFill>
                  <a:srgbClr val="1B6A91"/>
                </a:solidFill>
                <a:latin typeface="Helvetica Neue"/>
                <a:ea typeface="Helvetica Neue"/>
                <a:cs typeface="Helvetica Neue"/>
              </a:defRPr>
            </a:lvl9pPr>
          </a:lstStyle>
          <a:p xmlns:a="http://schemas.openxmlformats.org/drawingml/2006/main">
            <a:pPr algn="l">
              <a:defRPr sz="2400" b="1">
                <a:solidFill>
                  <a:srgbClr val="1B6A91"/>
                </a:solidFill>
                <a:latin typeface="Helvetica Neue"/>
                <a:ea typeface="Helvetica Neue"/>
                <a:cs typeface="Helvetica Neue"/>
              </a:defRPr>
            </a:pPr>
            <a:r>
              <a:rPr sz="2400" b="1">
                <a:solidFill>
                  <a:srgbClr val="1B6A91"/>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68AB8C23-7245-4F4F-BA32-55AF266C72BF}"/>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607581"/>
                </a:solidFill>
                <a:latin typeface="Helvetica Neue"/>
                <a:ea typeface="Helvetica Neue"/>
                <a:cs typeface="Helvetica Neue"/>
              </a:defRPr>
            </a:defPPr>
            <a:lvl1pPr algn="l">
              <a:defRPr sz="1050" b="1">
                <a:solidFill>
                  <a:srgbClr val="607581"/>
                </a:solidFill>
                <a:latin typeface="Helvetica Neue"/>
                <a:ea typeface="Helvetica Neue"/>
                <a:cs typeface="Helvetica Neue"/>
              </a:defRPr>
            </a:lvl1pPr>
            <a:lvl2pPr algn="l">
              <a:defRPr sz="1050" b="1">
                <a:solidFill>
                  <a:srgbClr val="607581"/>
                </a:solidFill>
                <a:latin typeface="Helvetica Neue"/>
                <a:ea typeface="Helvetica Neue"/>
                <a:cs typeface="Helvetica Neue"/>
              </a:defRPr>
            </a:lvl2pPr>
            <a:lvl3pPr algn="l">
              <a:defRPr sz="1050" b="1">
                <a:solidFill>
                  <a:srgbClr val="607581"/>
                </a:solidFill>
                <a:latin typeface="Helvetica Neue"/>
                <a:ea typeface="Helvetica Neue"/>
                <a:cs typeface="Helvetica Neue"/>
              </a:defRPr>
            </a:lvl3pPr>
            <a:lvl4pPr algn="l">
              <a:defRPr sz="1050" b="1">
                <a:solidFill>
                  <a:srgbClr val="607581"/>
                </a:solidFill>
                <a:latin typeface="Helvetica Neue"/>
                <a:ea typeface="Helvetica Neue"/>
                <a:cs typeface="Helvetica Neue"/>
              </a:defRPr>
            </a:lvl4pPr>
            <a:lvl5pPr algn="l">
              <a:defRPr sz="1050" b="1">
                <a:solidFill>
                  <a:srgbClr val="607581"/>
                </a:solidFill>
                <a:latin typeface="Helvetica Neue"/>
                <a:ea typeface="Helvetica Neue"/>
                <a:cs typeface="Helvetica Neue"/>
              </a:defRPr>
            </a:lvl5pPr>
            <a:lvl6pPr algn="l">
              <a:defRPr sz="1050" b="1">
                <a:solidFill>
                  <a:srgbClr val="607581"/>
                </a:solidFill>
                <a:latin typeface="Helvetica Neue"/>
                <a:ea typeface="Helvetica Neue"/>
                <a:cs typeface="Helvetica Neue"/>
              </a:defRPr>
            </a:lvl6pPr>
            <a:lvl7pPr algn="l">
              <a:defRPr sz="1050" b="1">
                <a:solidFill>
                  <a:srgbClr val="607581"/>
                </a:solidFill>
                <a:latin typeface="Helvetica Neue"/>
                <a:ea typeface="Helvetica Neue"/>
                <a:cs typeface="Helvetica Neue"/>
              </a:defRPr>
            </a:lvl7pPr>
            <a:lvl8pPr algn="l">
              <a:defRPr sz="1050" b="1">
                <a:solidFill>
                  <a:srgbClr val="607581"/>
                </a:solidFill>
                <a:latin typeface="Helvetica Neue"/>
                <a:ea typeface="Helvetica Neue"/>
                <a:cs typeface="Helvetica Neue"/>
              </a:defRPr>
            </a:lvl8pPr>
            <a:lvl9pPr algn="l">
              <a:defRPr sz="1050" b="1">
                <a:solidFill>
                  <a:srgbClr val="607581"/>
                </a:solidFill>
                <a:latin typeface="Helvetica Neue"/>
                <a:ea typeface="Helvetica Neue"/>
                <a:cs typeface="Helvetica Neue"/>
              </a:defRPr>
            </a:lvl9pPr>
          </a:lstStyle>
          <a:p xmlns:a="http://schemas.openxmlformats.org/drawingml/2006/main">
            <a:pPr algn="l">
              <a:defRPr sz="1050" b="1">
                <a:solidFill>
                  <a:srgbClr val="607581"/>
                </a:solidFill>
                <a:latin typeface="Helvetica Neue"/>
                <a:ea typeface="Helvetica Neue"/>
                <a:cs typeface="Helvetica Neue"/>
              </a:defRPr>
            </a:pPr>
            <a:r>
              <a:rPr sz="1050" b="1">
                <a:solidFill>
                  <a:srgbClr val="607581"/>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600B4CA6-C5B1-4DCC-87DA-F07FBA634844}"/>
              </a:ext>
            </a:extLst>
          </p:cNvPr>
          <p:cNvSpPr>
            <a:spLocks xmlns:a="http://schemas.openxmlformats.org/drawingml/2006/main" noGrp="1"/>
          </p:cNvSpPr>
          <p:nvPr/>
        </p:nvSpPr>
        <p:spPr>
          <a:xfrm xmlns:a="http://schemas.openxmlformats.org/drawingml/2006/main">
            <a:off x="13696950" y="40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425" b="0">
                <a:solidFill>
                  <a:srgbClr val="607581"/>
                </a:solidFill>
                <a:latin typeface="Helvetica Neue"/>
                <a:ea typeface="Helvetica Neue"/>
                <a:cs typeface="Helvetica Neue"/>
              </a:defRPr>
            </a:defPPr>
            <a:lvl1pPr algn="r">
              <a:defRPr sz="1425" b="0">
                <a:solidFill>
                  <a:srgbClr val="607581"/>
                </a:solidFill>
                <a:latin typeface="Helvetica Neue"/>
                <a:ea typeface="Helvetica Neue"/>
                <a:cs typeface="Helvetica Neue"/>
              </a:defRPr>
            </a:lvl1pPr>
            <a:lvl2pPr algn="r">
              <a:defRPr sz="1425" b="0">
                <a:solidFill>
                  <a:srgbClr val="607581"/>
                </a:solidFill>
                <a:latin typeface="Helvetica Neue"/>
                <a:ea typeface="Helvetica Neue"/>
                <a:cs typeface="Helvetica Neue"/>
              </a:defRPr>
            </a:lvl2pPr>
            <a:lvl3pPr algn="r">
              <a:defRPr sz="1425" b="0">
                <a:solidFill>
                  <a:srgbClr val="607581"/>
                </a:solidFill>
                <a:latin typeface="Helvetica Neue"/>
                <a:ea typeface="Helvetica Neue"/>
                <a:cs typeface="Helvetica Neue"/>
              </a:defRPr>
            </a:lvl3pPr>
            <a:lvl4pPr algn="r">
              <a:defRPr sz="1425" b="0">
                <a:solidFill>
                  <a:srgbClr val="607581"/>
                </a:solidFill>
                <a:latin typeface="Helvetica Neue"/>
                <a:ea typeface="Helvetica Neue"/>
                <a:cs typeface="Helvetica Neue"/>
              </a:defRPr>
            </a:lvl4pPr>
            <a:lvl5pPr algn="r">
              <a:defRPr sz="1425" b="0">
                <a:solidFill>
                  <a:srgbClr val="607581"/>
                </a:solidFill>
                <a:latin typeface="Helvetica Neue"/>
                <a:ea typeface="Helvetica Neue"/>
                <a:cs typeface="Helvetica Neue"/>
              </a:defRPr>
            </a:lvl5pPr>
            <a:lvl6pPr algn="r">
              <a:defRPr sz="1425" b="0">
                <a:solidFill>
                  <a:srgbClr val="607581"/>
                </a:solidFill>
                <a:latin typeface="Helvetica Neue"/>
                <a:ea typeface="Helvetica Neue"/>
                <a:cs typeface="Helvetica Neue"/>
              </a:defRPr>
            </a:lvl6pPr>
            <a:lvl7pPr algn="r">
              <a:defRPr sz="1425" b="0">
                <a:solidFill>
                  <a:srgbClr val="607581"/>
                </a:solidFill>
                <a:latin typeface="Helvetica Neue"/>
                <a:ea typeface="Helvetica Neue"/>
                <a:cs typeface="Helvetica Neue"/>
              </a:defRPr>
            </a:lvl7pPr>
            <a:lvl8pPr algn="r">
              <a:defRPr sz="1425" b="0">
                <a:solidFill>
                  <a:srgbClr val="607581"/>
                </a:solidFill>
                <a:latin typeface="Helvetica Neue"/>
                <a:ea typeface="Helvetica Neue"/>
                <a:cs typeface="Helvetica Neue"/>
              </a:defRPr>
            </a:lvl8pPr>
            <a:lvl9pPr algn="r">
              <a:defRPr sz="1425" b="0">
                <a:solidFill>
                  <a:srgbClr val="607581"/>
                </a:solidFill>
                <a:latin typeface="Helvetica Neue"/>
                <a:ea typeface="Helvetica Neue"/>
                <a:cs typeface="Helvetica Neue"/>
              </a:defRPr>
            </a:lvl9pPr>
          </a:lstStyle>
          <a:p xmlns:a="http://schemas.openxmlformats.org/drawingml/2006/main">
            <a:pPr algn="r">
              <a:defRPr sz="1425" b="0">
                <a:solidFill>
                  <a:srgbClr val="607581"/>
                </a:solidFill>
                <a:latin typeface="Helvetica Neue"/>
                <a:ea typeface="Helvetica Neue"/>
                <a:cs typeface="Helvetica Neue"/>
              </a:defRPr>
            </a:pPr>
            <a:r>
              <a:rPr sz="1425" b="0">
                <a:solidFill>
                  <a:srgbClr val="607581"/>
                </a:solidFill>
                <a:latin typeface="Helvetica Neue"/>
                <a:ea typeface="Helvetica Neue"/>
                <a:cs typeface="Helvetica Neue"/>
              </a:rPr>
              <a:t>01 / 02</a:t>
            </a:r>
          </a:p>
        </p:txBody>
      </p:sp>
      <p:sp>
        <p:nvSpPr>
          <p:cNvPr id="4" name="">
            <a:extLst xmlns:a="http://schemas.openxmlformats.org/drawingml/2006/main">
              <a:ext uri="{FF2B5EF4-FFF2-40B4-BE49-F238E27FC236}">
                <a16:creationId xmlns:a16="http://schemas.microsoft.com/office/drawing/2014/main" id="{C001EEE4-405C-4583-8AB1-EF8E64F1A9E8}"/>
              </a:ext>
            </a:extLst>
          </p:cNvPr>
          <p:cNvSpPr>
            <a:spLocks xmlns:a="http://schemas.openxmlformats.org/drawingml/2006/main" noGrp="1"/>
          </p:cNvSpPr>
          <p:nvPr/>
        </p:nvSpPr>
        <p:spPr>
          <a:xfrm xmlns:a="http://schemas.openxmlformats.org/drawingml/2006/main">
            <a:off x="609600" y="110490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700" b="1">
                <a:solidFill>
                  <a:srgbClr val="173347"/>
                </a:solidFill>
                <a:latin typeface="Helvetica Neue"/>
                <a:ea typeface="Helvetica Neue"/>
                <a:cs typeface="Helvetica Neue"/>
              </a:defRPr>
            </a:defPPr>
            <a:lvl1pPr algn="l">
              <a:defRPr sz="5700" b="1">
                <a:solidFill>
                  <a:srgbClr val="173347"/>
                </a:solidFill>
                <a:latin typeface="Helvetica Neue"/>
                <a:ea typeface="Helvetica Neue"/>
                <a:cs typeface="Helvetica Neue"/>
              </a:defRPr>
            </a:lvl1pPr>
            <a:lvl2pPr algn="l">
              <a:defRPr sz="5700" b="1">
                <a:solidFill>
                  <a:srgbClr val="173347"/>
                </a:solidFill>
                <a:latin typeface="Helvetica Neue"/>
                <a:ea typeface="Helvetica Neue"/>
                <a:cs typeface="Helvetica Neue"/>
              </a:defRPr>
            </a:lvl2pPr>
            <a:lvl3pPr algn="l">
              <a:defRPr sz="5700" b="1">
                <a:solidFill>
                  <a:srgbClr val="173347"/>
                </a:solidFill>
                <a:latin typeface="Helvetica Neue"/>
                <a:ea typeface="Helvetica Neue"/>
                <a:cs typeface="Helvetica Neue"/>
              </a:defRPr>
            </a:lvl3pPr>
            <a:lvl4pPr algn="l">
              <a:defRPr sz="5700" b="1">
                <a:solidFill>
                  <a:srgbClr val="173347"/>
                </a:solidFill>
                <a:latin typeface="Helvetica Neue"/>
                <a:ea typeface="Helvetica Neue"/>
                <a:cs typeface="Helvetica Neue"/>
              </a:defRPr>
            </a:lvl4pPr>
            <a:lvl5pPr algn="l">
              <a:defRPr sz="5700" b="1">
                <a:solidFill>
                  <a:srgbClr val="173347"/>
                </a:solidFill>
                <a:latin typeface="Helvetica Neue"/>
                <a:ea typeface="Helvetica Neue"/>
                <a:cs typeface="Helvetica Neue"/>
              </a:defRPr>
            </a:lvl5pPr>
            <a:lvl6pPr algn="l">
              <a:defRPr sz="5700" b="1">
                <a:solidFill>
                  <a:srgbClr val="173347"/>
                </a:solidFill>
                <a:latin typeface="Helvetica Neue"/>
                <a:ea typeface="Helvetica Neue"/>
                <a:cs typeface="Helvetica Neue"/>
              </a:defRPr>
            </a:lvl6pPr>
            <a:lvl7pPr algn="l">
              <a:defRPr sz="5700" b="1">
                <a:solidFill>
                  <a:srgbClr val="173347"/>
                </a:solidFill>
                <a:latin typeface="Helvetica Neue"/>
                <a:ea typeface="Helvetica Neue"/>
                <a:cs typeface="Helvetica Neue"/>
              </a:defRPr>
            </a:lvl7pPr>
            <a:lvl8pPr algn="l">
              <a:defRPr sz="5700" b="1">
                <a:solidFill>
                  <a:srgbClr val="173347"/>
                </a:solidFill>
                <a:latin typeface="Helvetica Neue"/>
                <a:ea typeface="Helvetica Neue"/>
                <a:cs typeface="Helvetica Neue"/>
              </a:defRPr>
            </a:lvl8pPr>
            <a:lvl9pPr algn="l">
              <a:defRPr sz="5700" b="1">
                <a:solidFill>
                  <a:srgbClr val="173347"/>
                </a:solidFill>
                <a:latin typeface="Helvetica Neue"/>
                <a:ea typeface="Helvetica Neue"/>
                <a:cs typeface="Helvetica Neue"/>
              </a:defRPr>
            </a:lvl9pPr>
          </a:lstStyle>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Путь семьи</a:t>
            </a:r>
          </a:p>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в Söyle</a:t>
            </a:r>
          </a:p>
        </p:txBody>
      </p:sp>
      <p:sp>
        <p:nvSpPr>
          <p:cNvPr id="5" name="">
            <a:extLst xmlns:a="http://schemas.openxmlformats.org/drawingml/2006/main">
              <a:ext uri="{FF2B5EF4-FFF2-40B4-BE49-F238E27FC236}">
                <a16:creationId xmlns:a16="http://schemas.microsoft.com/office/drawing/2014/main" id="{3711907C-1807-4045-B507-189FA5B98602}"/>
              </a:ext>
            </a:extLst>
          </p:cNvPr>
          <p:cNvSpPr>
            <a:spLocks xmlns:a="http://schemas.openxmlformats.org/drawingml/2006/main" noGrp="1"/>
          </p:cNvSpPr>
          <p:nvPr/>
        </p:nvSpPr>
        <p:spPr>
          <a:xfrm xmlns:a="http://schemas.openxmlformats.org/drawingml/2006/main">
            <a:off x="647700" y="30575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607581"/>
                </a:solidFill>
                <a:latin typeface="Helvetica Neue"/>
                <a:ea typeface="Helvetica Neue"/>
                <a:cs typeface="Helvetica Neue"/>
              </a:defRPr>
            </a:defPPr>
            <a:lvl1pPr algn="l">
              <a:defRPr sz="2100" b="0">
                <a:solidFill>
                  <a:srgbClr val="607581"/>
                </a:solidFill>
                <a:latin typeface="Helvetica Neue"/>
                <a:ea typeface="Helvetica Neue"/>
                <a:cs typeface="Helvetica Neue"/>
              </a:defRPr>
            </a:lvl1pPr>
            <a:lvl2pPr algn="l">
              <a:defRPr sz="2100" b="0">
                <a:solidFill>
                  <a:srgbClr val="607581"/>
                </a:solidFill>
                <a:latin typeface="Helvetica Neue"/>
                <a:ea typeface="Helvetica Neue"/>
                <a:cs typeface="Helvetica Neue"/>
              </a:defRPr>
            </a:lvl2pPr>
            <a:lvl3pPr algn="l">
              <a:defRPr sz="2100" b="0">
                <a:solidFill>
                  <a:srgbClr val="607581"/>
                </a:solidFill>
                <a:latin typeface="Helvetica Neue"/>
                <a:ea typeface="Helvetica Neue"/>
                <a:cs typeface="Helvetica Neue"/>
              </a:defRPr>
            </a:lvl3pPr>
            <a:lvl4pPr algn="l">
              <a:defRPr sz="2100" b="0">
                <a:solidFill>
                  <a:srgbClr val="607581"/>
                </a:solidFill>
                <a:latin typeface="Helvetica Neue"/>
                <a:ea typeface="Helvetica Neue"/>
                <a:cs typeface="Helvetica Neue"/>
              </a:defRPr>
            </a:lvl4pPr>
            <a:lvl5pPr algn="l">
              <a:defRPr sz="2100" b="0">
                <a:solidFill>
                  <a:srgbClr val="607581"/>
                </a:solidFill>
                <a:latin typeface="Helvetica Neue"/>
                <a:ea typeface="Helvetica Neue"/>
                <a:cs typeface="Helvetica Neue"/>
              </a:defRPr>
            </a:lvl5pPr>
            <a:lvl6pPr algn="l">
              <a:defRPr sz="2100" b="0">
                <a:solidFill>
                  <a:srgbClr val="607581"/>
                </a:solidFill>
                <a:latin typeface="Helvetica Neue"/>
                <a:ea typeface="Helvetica Neue"/>
                <a:cs typeface="Helvetica Neue"/>
              </a:defRPr>
            </a:lvl6pPr>
            <a:lvl7pPr algn="l">
              <a:defRPr sz="2100" b="0">
                <a:solidFill>
                  <a:srgbClr val="607581"/>
                </a:solidFill>
                <a:latin typeface="Helvetica Neue"/>
                <a:ea typeface="Helvetica Neue"/>
                <a:cs typeface="Helvetica Neue"/>
              </a:defRPr>
            </a:lvl7pPr>
            <a:lvl8pPr algn="l">
              <a:defRPr sz="2100" b="0">
                <a:solidFill>
                  <a:srgbClr val="607581"/>
                </a:solidFill>
                <a:latin typeface="Helvetica Neue"/>
                <a:ea typeface="Helvetica Neue"/>
                <a:cs typeface="Helvetica Neue"/>
              </a:defRPr>
            </a:lvl8pPr>
            <a:lvl9pPr algn="l">
              <a:defRPr sz="2100" b="0">
                <a:solidFill>
                  <a:srgbClr val="607581"/>
                </a:solidFill>
                <a:latin typeface="Helvetica Neue"/>
                <a:ea typeface="Helvetica Neue"/>
                <a:cs typeface="Helvetica Neue"/>
              </a:defRPr>
            </a:lvl9pPr>
          </a:lstStyle>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Короткая домашняя практика,</a:t>
            </a:r>
          </a:p>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понятный результат для родителя</a:t>
            </a:r>
          </a:p>
        </p:txBody>
      </p:sp>
      <p:pic>
        <p:nvPicPr>
          <p:cNvPr id="6" name="">
            <a:extLst xmlns:a="http://schemas.openxmlformats.org/drawingml/2006/main">
              <a:ext uri="{FF2B5EF4-FFF2-40B4-BE49-F238E27FC236}">
                <a16:creationId xmlns:a16="http://schemas.microsoft.com/office/drawing/2014/main" id="{D812E615-2BC3-4B23-85CE-F85C8535E489}"/>
              </a:ext>
            </a:extLst>
          </p:cNvPr>
          <p:cNvPicPr>
            <a:picLocks xmlns:a="http://schemas.openxmlformats.org/drawingml/2006/main" noChangeAspect="1"/>
          </p:cNvPicPr>
          <p:nvPr/>
        </p:nvPicPr>
        <p:blipFill>
          <a:blip xmlns:r="http://schemas.openxmlformats.org/officeDocument/2006/relationships" xmlns:a="http://schemas.openxmlformats.org/drawingml/2006/main" r:embed="R6de01dcd33c84335"/>
          <a:srcRect xmlns:a="http://schemas.openxmlformats.org/drawingml/2006/main" l="0" t="12606" r="0" b="12606"/>
          <a:stretch xmlns:a="http://schemas.openxmlformats.org/drawingml/2006/main">
            <a:fillRect l="0" t="0" r="0" b="0"/>
          </a:stretch>
        </p:blipFill>
        <p:spPr>
          <a:xfrm xmlns:a="http://schemas.openxmlformats.org/drawingml/2006/main">
            <a:off x="7886700" y="990600"/>
            <a:ext cx="6743700" cy="2838450"/>
          </a:xfrm>
          <a:prstGeom xmlns:a="http://schemas.openxmlformats.org/drawingml/2006/main" prst="roundRect">
            <a:avLst>
              <a:gd name="adj" fmla="val 7383"/>
            </a:avLst>
          </a:prstGeom>
        </p:spPr>
      </p:pic>
      <p:sp>
        <p:nvSpPr>
          <p:cNvPr id="7" name="">
            <a:extLst xmlns:a="http://schemas.openxmlformats.org/drawingml/2006/main">
              <a:ext uri="{FF2B5EF4-FFF2-40B4-BE49-F238E27FC236}">
                <a16:creationId xmlns:a16="http://schemas.microsoft.com/office/drawing/2014/main" id="{1EB57ADE-91DB-4062-83B0-2DF1D5DA57D8}"/>
              </a:ext>
            </a:extLst>
          </p:cNvPr>
          <p:cNvSpPr>
            <a:spLocks xmlns:a="http://schemas.openxmlformats.org/drawingml/2006/main" noGrp="1"/>
          </p:cNvSpPr>
          <p:nvPr/>
        </p:nvSpPr>
        <p:spPr>
          <a:xfrm xmlns:a="http://schemas.openxmlformats.org/drawingml/2006/main">
            <a:off x="60960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1</a:t>
            </a:r>
          </a:p>
        </p:txBody>
      </p:sp>
      <p:cxnSp>
        <p:nvCxnSpPr>
          <p:cNvPr id="8" name="">
            <a:extLst xmlns:a="http://schemas.openxmlformats.org/drawingml/2006/main">
              <a:ext uri="{FF2B5EF4-FFF2-40B4-BE49-F238E27FC236}">
                <a16:creationId xmlns:a16="http://schemas.microsoft.com/office/drawing/2014/main" id="{F3B2B78B-0A61-44FF-8C59-B5268C6A083C}"/>
              </a:ext>
            </a:extLst>
          </p:cNvPr>
          <p:cNvCxnSpPr/>
          <p:nvPr/>
        </p:nvCxnSpPr>
        <p:spPr>
          <a:xfrm xmlns:a="http://schemas.openxmlformats.org/drawingml/2006/main">
            <a:off x="13430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9" name="">
            <a:extLst xmlns:a="http://schemas.openxmlformats.org/drawingml/2006/main">
              <a:ext uri="{FF2B5EF4-FFF2-40B4-BE49-F238E27FC236}">
                <a16:creationId xmlns:a16="http://schemas.microsoft.com/office/drawing/2014/main" id="{AA70D90A-FFB7-427B-8587-1A5DD475F948}"/>
              </a:ext>
            </a:extLst>
          </p:cNvPr>
          <p:cNvSpPr>
            <a:spLocks xmlns:a="http://schemas.openxmlformats.org/drawingml/2006/main" noGrp="1"/>
          </p:cNvSpPr>
          <p:nvPr/>
        </p:nvSpPr>
        <p:spPr>
          <a:xfrm xmlns:a="http://schemas.openxmlformats.org/drawingml/2006/main">
            <a:off x="6096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Вход и</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профиль</a:t>
            </a:r>
          </a:p>
        </p:txBody>
      </p:sp>
      <p:sp>
        <p:nvSpPr>
          <p:cNvPr id="10" name="">
            <a:extLst xmlns:a="http://schemas.openxmlformats.org/drawingml/2006/main">
              <a:ext uri="{FF2B5EF4-FFF2-40B4-BE49-F238E27FC236}">
                <a16:creationId xmlns:a16="http://schemas.microsoft.com/office/drawing/2014/main" id="{50D29237-E174-49FC-90D0-0293451114EC}"/>
              </a:ext>
            </a:extLst>
          </p:cNvPr>
          <p:cNvSpPr>
            <a:spLocks xmlns:a="http://schemas.openxmlformats.org/drawingml/2006/main" noGrp="1"/>
          </p:cNvSpPr>
          <p:nvPr/>
        </p:nvSpPr>
        <p:spPr>
          <a:xfrm xmlns:a="http://schemas.openxmlformats.org/drawingml/2006/main">
            <a:off x="6096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Входит и создаёт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профиль ребёнка.</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Настраивает согласия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 доступ.</a:t>
            </a:r>
          </a:p>
        </p:txBody>
      </p:sp>
      <p:sp>
        <p:nvSpPr>
          <p:cNvPr id="11" name="">
            <a:extLst xmlns:a="http://schemas.openxmlformats.org/drawingml/2006/main">
              <a:ext uri="{FF2B5EF4-FFF2-40B4-BE49-F238E27FC236}">
                <a16:creationId xmlns:a16="http://schemas.microsoft.com/office/drawing/2014/main" id="{31DA82DB-01DC-49E2-B89E-BE6AE9B3E2F5}"/>
              </a:ext>
            </a:extLst>
          </p:cNvPr>
          <p:cNvSpPr>
            <a:spLocks xmlns:a="http://schemas.openxmlformats.org/drawingml/2006/main" noGrp="1"/>
          </p:cNvSpPr>
          <p:nvPr/>
        </p:nvSpPr>
        <p:spPr>
          <a:xfrm xmlns:a="http://schemas.openxmlformats.org/drawingml/2006/main">
            <a:off x="6096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Профиль готов</a:t>
            </a:r>
          </a:p>
        </p:txBody>
      </p:sp>
      <p:sp>
        <p:nvSpPr>
          <p:cNvPr id="12" name="">
            <a:extLst xmlns:a="http://schemas.openxmlformats.org/drawingml/2006/main">
              <a:ext uri="{FF2B5EF4-FFF2-40B4-BE49-F238E27FC236}">
                <a16:creationId xmlns:a16="http://schemas.microsoft.com/office/drawing/2014/main" id="{3E500BD2-034D-4224-B83D-BD0513C8228C}"/>
              </a:ext>
            </a:extLst>
          </p:cNvPr>
          <p:cNvSpPr>
            <a:spLocks xmlns:a="http://schemas.openxmlformats.org/drawingml/2006/main" noGrp="1"/>
          </p:cNvSpPr>
          <p:nvPr/>
        </p:nvSpPr>
        <p:spPr>
          <a:xfrm xmlns:a="http://schemas.openxmlformats.org/drawingml/2006/main">
            <a:off x="34861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2</a:t>
            </a:r>
          </a:p>
        </p:txBody>
      </p:sp>
      <p:cxnSp>
        <p:nvCxnSpPr>
          <p:cNvPr id="13" name="">
            <a:extLst xmlns:a="http://schemas.openxmlformats.org/drawingml/2006/main">
              <a:ext uri="{FF2B5EF4-FFF2-40B4-BE49-F238E27FC236}">
                <a16:creationId xmlns:a16="http://schemas.microsoft.com/office/drawing/2014/main" id="{49590640-157B-41D8-8AAD-71C08CC418CB}"/>
              </a:ext>
            </a:extLst>
          </p:cNvPr>
          <p:cNvCxnSpPr/>
          <p:nvPr/>
        </p:nvCxnSpPr>
        <p:spPr>
          <a:xfrm xmlns:a="http://schemas.openxmlformats.org/drawingml/2006/main">
            <a:off x="42195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4" name="">
            <a:extLst xmlns:a="http://schemas.openxmlformats.org/drawingml/2006/main">
              <a:ext uri="{FF2B5EF4-FFF2-40B4-BE49-F238E27FC236}">
                <a16:creationId xmlns:a16="http://schemas.microsoft.com/office/drawing/2014/main" id="{5C22099F-4B6C-48CB-AE9F-D21AB4A77EAF}"/>
              </a:ext>
            </a:extLst>
          </p:cNvPr>
          <p:cNvSpPr>
            <a:spLocks xmlns:a="http://schemas.openxmlformats.org/drawingml/2006/main" noGrp="1"/>
          </p:cNvSpPr>
          <p:nvPr/>
        </p:nvSpPr>
        <p:spPr>
          <a:xfrm xmlns:a="http://schemas.openxmlformats.org/drawingml/2006/main">
            <a:off x="34861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План</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15" name="">
            <a:extLst xmlns:a="http://schemas.openxmlformats.org/drawingml/2006/main">
              <a:ext uri="{FF2B5EF4-FFF2-40B4-BE49-F238E27FC236}">
                <a16:creationId xmlns:a16="http://schemas.microsoft.com/office/drawing/2014/main" id="{03D54382-C4F8-44FE-B51B-A116458E1C72}"/>
              </a:ext>
            </a:extLst>
          </p:cNvPr>
          <p:cNvSpPr>
            <a:spLocks xmlns:a="http://schemas.openxmlformats.org/drawingml/2006/main" noGrp="1"/>
          </p:cNvSpPr>
          <p:nvPr/>
        </p:nvSpPr>
        <p:spPr>
          <a:xfrm xmlns:a="http://schemas.openxmlformats.org/drawingml/2006/main">
            <a:off x="34861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Выбирает 3, 5 или 10 мин.</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Или задаёт цель для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адаптивного плана.</a:t>
            </a:r>
          </a:p>
        </p:txBody>
      </p:sp>
      <p:sp>
        <p:nvSpPr>
          <p:cNvPr id="16" name="">
            <a:extLst xmlns:a="http://schemas.openxmlformats.org/drawingml/2006/main">
              <a:ext uri="{FF2B5EF4-FFF2-40B4-BE49-F238E27FC236}">
                <a16:creationId xmlns:a16="http://schemas.microsoft.com/office/drawing/2014/main" id="{2023EED7-3A8B-4485-83FA-1ABE8A78BA36}"/>
              </a:ext>
            </a:extLst>
          </p:cNvPr>
          <p:cNvSpPr>
            <a:spLocks xmlns:a="http://schemas.openxmlformats.org/drawingml/2006/main" noGrp="1"/>
          </p:cNvSpPr>
          <p:nvPr/>
        </p:nvSpPr>
        <p:spPr>
          <a:xfrm xmlns:a="http://schemas.openxmlformats.org/drawingml/2006/main">
            <a:off x="34861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Задания подобраны</a:t>
            </a:r>
          </a:p>
        </p:txBody>
      </p:sp>
      <p:sp>
        <p:nvSpPr>
          <p:cNvPr id="17" name="">
            <a:extLst xmlns:a="http://schemas.openxmlformats.org/drawingml/2006/main">
              <a:ext uri="{FF2B5EF4-FFF2-40B4-BE49-F238E27FC236}">
                <a16:creationId xmlns:a16="http://schemas.microsoft.com/office/drawing/2014/main" id="{6539BCBD-6EB9-4F6B-8B10-D6357177C109}"/>
              </a:ext>
            </a:extLst>
          </p:cNvPr>
          <p:cNvSpPr>
            <a:spLocks xmlns:a="http://schemas.openxmlformats.org/drawingml/2006/main" noGrp="1"/>
          </p:cNvSpPr>
          <p:nvPr/>
        </p:nvSpPr>
        <p:spPr>
          <a:xfrm xmlns:a="http://schemas.openxmlformats.org/drawingml/2006/main">
            <a:off x="6362700" y="4352925"/>
            <a:ext cx="533400" cy="533400"/>
          </a:xfrm>
          <a:prstGeom xmlns:a="http://schemas.openxmlformats.org/drawingml/2006/main" prst="ellipse">
            <a:avLst/>
          </a:prstGeom>
          <a:solidFill xmlns:a="http://schemas.openxmlformats.org/drawingml/2006/main">
            <a:srgbClr val="1B6A91"/>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cxnSp>
        <p:nvCxnSpPr>
          <p:cNvPr id="18" name="">
            <a:extLst xmlns:a="http://schemas.openxmlformats.org/drawingml/2006/main">
              <a:ext uri="{FF2B5EF4-FFF2-40B4-BE49-F238E27FC236}">
                <a16:creationId xmlns:a16="http://schemas.microsoft.com/office/drawing/2014/main" id="{93E90121-6457-4513-9AB4-E462D361F656}"/>
              </a:ext>
            </a:extLst>
          </p:cNvPr>
          <p:cNvCxnSpPr/>
          <p:nvPr/>
        </p:nvCxnSpPr>
        <p:spPr>
          <a:xfrm xmlns:a="http://schemas.openxmlformats.org/drawingml/2006/main">
            <a:off x="70961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9" name="">
            <a:extLst xmlns:a="http://schemas.openxmlformats.org/drawingml/2006/main">
              <a:ext uri="{FF2B5EF4-FFF2-40B4-BE49-F238E27FC236}">
                <a16:creationId xmlns:a16="http://schemas.microsoft.com/office/drawing/2014/main" id="{A76CB311-C9EE-464E-8945-3D6EAE77AF65}"/>
              </a:ext>
            </a:extLst>
          </p:cNvPr>
          <p:cNvSpPr>
            <a:spLocks xmlns:a="http://schemas.openxmlformats.org/drawingml/2006/main" noGrp="1"/>
          </p:cNvSpPr>
          <p:nvPr/>
        </p:nvSpPr>
        <p:spPr>
          <a:xfrm xmlns:a="http://schemas.openxmlformats.org/drawingml/2006/main">
            <a:off x="63627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Практика</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ребёнка</a:t>
            </a:r>
          </a:p>
        </p:txBody>
      </p:sp>
      <p:sp>
        <p:nvSpPr>
          <p:cNvPr id="20" name="">
            <a:extLst xmlns:a="http://schemas.openxmlformats.org/drawingml/2006/main">
              <a:ext uri="{FF2B5EF4-FFF2-40B4-BE49-F238E27FC236}">
                <a16:creationId xmlns:a16="http://schemas.microsoft.com/office/drawing/2014/main" id="{48618F9F-F54D-4D1C-BDCD-AB7027B51AB8}"/>
              </a:ext>
            </a:extLst>
          </p:cNvPr>
          <p:cNvSpPr>
            <a:spLocks xmlns:a="http://schemas.openxmlformats.org/drawingml/2006/main" noGrp="1"/>
          </p:cNvSpPr>
          <p:nvPr/>
        </p:nvSpPr>
        <p:spPr>
          <a:xfrm xmlns:a="http://schemas.openxmlformats.org/drawingml/2006/main">
            <a:off x="63627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Слушает и выбирает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картинку или собирает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AAC-сообщение.</a:t>
            </a:r>
          </a:p>
        </p:txBody>
      </p:sp>
      <p:sp>
        <p:nvSpPr>
          <p:cNvPr id="21" name="">
            <a:extLst xmlns:a="http://schemas.openxmlformats.org/drawingml/2006/main">
              <a:ext uri="{FF2B5EF4-FFF2-40B4-BE49-F238E27FC236}">
                <a16:creationId xmlns:a16="http://schemas.microsoft.com/office/drawing/2014/main" id="{608FCDC8-1B5B-45D9-86F0-B6CFD167ADAE}"/>
              </a:ext>
            </a:extLst>
          </p:cNvPr>
          <p:cNvSpPr>
            <a:spLocks xmlns:a="http://schemas.openxmlformats.org/drawingml/2006/main" noGrp="1"/>
          </p:cNvSpPr>
          <p:nvPr/>
        </p:nvSpPr>
        <p:spPr>
          <a:xfrm xmlns:a="http://schemas.openxmlformats.org/drawingml/2006/main">
            <a:off x="63627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Ответ или сообщение</a:t>
            </a:r>
          </a:p>
        </p:txBody>
      </p:sp>
      <p:sp>
        <p:nvSpPr>
          <p:cNvPr id="22" name="">
            <a:extLst xmlns:a="http://schemas.openxmlformats.org/drawingml/2006/main">
              <a:ext uri="{FF2B5EF4-FFF2-40B4-BE49-F238E27FC236}">
                <a16:creationId xmlns:a16="http://schemas.microsoft.com/office/drawing/2014/main" id="{0C094DBA-8E5D-4D2B-A1FA-7F2BB91BD468}"/>
              </a:ext>
            </a:extLst>
          </p:cNvPr>
          <p:cNvSpPr>
            <a:spLocks xmlns:a="http://schemas.openxmlformats.org/drawingml/2006/main" noGrp="1"/>
          </p:cNvSpPr>
          <p:nvPr/>
        </p:nvSpPr>
        <p:spPr>
          <a:xfrm xmlns:a="http://schemas.openxmlformats.org/drawingml/2006/main">
            <a:off x="92392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4</a:t>
            </a:r>
          </a:p>
        </p:txBody>
      </p:sp>
      <p:cxnSp>
        <p:nvCxnSpPr>
          <p:cNvPr id="23" name="">
            <a:extLst xmlns:a="http://schemas.openxmlformats.org/drawingml/2006/main">
              <a:ext uri="{FF2B5EF4-FFF2-40B4-BE49-F238E27FC236}">
                <a16:creationId xmlns:a16="http://schemas.microsoft.com/office/drawing/2014/main" id="{895377AC-1A1D-4F95-8E4C-1C9823889044}"/>
              </a:ext>
            </a:extLst>
          </p:cNvPr>
          <p:cNvCxnSpPr/>
          <p:nvPr/>
        </p:nvCxnSpPr>
        <p:spPr>
          <a:xfrm xmlns:a="http://schemas.openxmlformats.org/drawingml/2006/main">
            <a:off x="99726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24" name="">
            <a:extLst xmlns:a="http://schemas.openxmlformats.org/drawingml/2006/main">
              <a:ext uri="{FF2B5EF4-FFF2-40B4-BE49-F238E27FC236}">
                <a16:creationId xmlns:a16="http://schemas.microsoft.com/office/drawing/2014/main" id="{F38AB149-584A-4D05-AE15-E9C4AC2D71B6}"/>
              </a:ext>
            </a:extLst>
          </p:cNvPr>
          <p:cNvSpPr>
            <a:spLocks xmlns:a="http://schemas.openxmlformats.org/drawingml/2006/main" noGrp="1"/>
          </p:cNvSpPr>
          <p:nvPr/>
        </p:nvSpPr>
        <p:spPr>
          <a:xfrm xmlns:a="http://schemas.openxmlformats.org/drawingml/2006/main">
            <a:off x="92392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Результат</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25" name="">
            <a:extLst xmlns:a="http://schemas.openxmlformats.org/drawingml/2006/main">
              <a:ext uri="{FF2B5EF4-FFF2-40B4-BE49-F238E27FC236}">
                <a16:creationId xmlns:a16="http://schemas.microsoft.com/office/drawing/2014/main" id="{6C489782-E734-4666-98F6-4E8A3E79AD10}"/>
              </a:ext>
            </a:extLst>
          </p:cNvPr>
          <p:cNvSpPr>
            <a:spLocks xmlns:a="http://schemas.openxmlformats.org/drawingml/2006/main" noGrp="1"/>
          </p:cNvSpPr>
          <p:nvPr/>
        </p:nvSpPr>
        <p:spPr>
          <a:xfrm xmlns:a="http://schemas.openxmlformats.org/drawingml/2006/main">
            <a:off x="92392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Платформа сохраняет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ответы, помощь и статус</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попытки.</a:t>
            </a:r>
          </a:p>
        </p:txBody>
      </p:sp>
      <p:sp>
        <p:nvSpPr>
          <p:cNvPr id="26" name="">
            <a:extLst xmlns:a="http://schemas.openxmlformats.org/drawingml/2006/main">
              <a:ext uri="{FF2B5EF4-FFF2-40B4-BE49-F238E27FC236}">
                <a16:creationId xmlns:a16="http://schemas.microsoft.com/office/drawing/2014/main" id="{F50E3D3A-3714-438B-AFF5-87D8048AD827}"/>
              </a:ext>
            </a:extLst>
          </p:cNvPr>
          <p:cNvSpPr>
            <a:spLocks xmlns:a="http://schemas.openxmlformats.org/drawingml/2006/main" noGrp="1"/>
          </p:cNvSpPr>
          <p:nvPr/>
        </p:nvSpPr>
        <p:spPr>
          <a:xfrm xmlns:a="http://schemas.openxmlformats.org/drawingml/2006/main">
            <a:off x="92392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Результат в истории</a:t>
            </a:r>
          </a:p>
        </p:txBody>
      </p:sp>
      <p:sp>
        <p:nvSpPr>
          <p:cNvPr id="27" name="">
            <a:extLst xmlns:a="http://schemas.openxmlformats.org/drawingml/2006/main">
              <a:ext uri="{FF2B5EF4-FFF2-40B4-BE49-F238E27FC236}">
                <a16:creationId xmlns:a16="http://schemas.microsoft.com/office/drawing/2014/main" id="{A2CA7301-AD91-4097-8BB1-ECE0098154A5}"/>
              </a:ext>
            </a:extLst>
          </p:cNvPr>
          <p:cNvSpPr>
            <a:spLocks xmlns:a="http://schemas.openxmlformats.org/drawingml/2006/main" noGrp="1"/>
          </p:cNvSpPr>
          <p:nvPr/>
        </p:nvSpPr>
        <p:spPr>
          <a:xfrm xmlns:a="http://schemas.openxmlformats.org/drawingml/2006/main">
            <a:off x="12115800" y="4352925"/>
            <a:ext cx="533400" cy="533400"/>
          </a:xfrm>
          <a:prstGeom xmlns:a="http://schemas.openxmlformats.org/drawingml/2006/main" prst="ellipse">
            <a:avLst/>
          </a:prstGeom>
          <a:solidFill xmlns:a="http://schemas.openxmlformats.org/drawingml/2006/main">
            <a:srgbClr val="247C6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5864EB84-62EF-444A-8949-B1AAE817ED4C}"/>
              </a:ext>
            </a:extLst>
          </p:cNvPr>
          <p:cNvSpPr>
            <a:spLocks xmlns:a="http://schemas.openxmlformats.org/drawingml/2006/main" noGrp="1"/>
          </p:cNvSpPr>
          <p:nvPr/>
        </p:nvSpPr>
        <p:spPr>
          <a:xfrm xmlns:a="http://schemas.openxmlformats.org/drawingml/2006/main">
            <a:off x="121158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Следующий</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шаг</a:t>
            </a:r>
          </a:p>
        </p:txBody>
      </p:sp>
      <p:sp>
        <p:nvSpPr>
          <p:cNvPr id="29" name="">
            <a:extLst xmlns:a="http://schemas.openxmlformats.org/drawingml/2006/main">
              <a:ext uri="{FF2B5EF4-FFF2-40B4-BE49-F238E27FC236}">
                <a16:creationId xmlns:a16="http://schemas.microsoft.com/office/drawing/2014/main" id="{DF5756C9-39D5-4993-9EC4-63D80BB121E2}"/>
              </a:ext>
            </a:extLst>
          </p:cNvPr>
          <p:cNvSpPr>
            <a:spLocks xmlns:a="http://schemas.openxmlformats.org/drawingml/2006/main" noGrp="1"/>
          </p:cNvSpPr>
          <p:nvPr/>
        </p:nvSpPr>
        <p:spPr>
          <a:xfrm xmlns:a="http://schemas.openxmlformats.org/drawingml/2006/main">
            <a:off x="121158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Смотрит историю,</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добавляет наблюдения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 обновляет план.</a:t>
            </a:r>
          </a:p>
        </p:txBody>
      </p:sp>
      <p:sp>
        <p:nvSpPr>
          <p:cNvPr id="30" name="">
            <a:extLst xmlns:a="http://schemas.openxmlformats.org/drawingml/2006/main">
              <a:ext uri="{FF2B5EF4-FFF2-40B4-BE49-F238E27FC236}">
                <a16:creationId xmlns:a16="http://schemas.microsoft.com/office/drawing/2014/main" id="{06E2519B-009D-4C43-ABF8-C0B765EBA032}"/>
              </a:ext>
            </a:extLst>
          </p:cNvPr>
          <p:cNvSpPr>
            <a:spLocks xmlns:a="http://schemas.openxmlformats.org/drawingml/2006/main" noGrp="1"/>
          </p:cNvSpPr>
          <p:nvPr/>
        </p:nvSpPr>
        <p:spPr>
          <a:xfrm xmlns:a="http://schemas.openxmlformats.org/drawingml/2006/main">
            <a:off x="121158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Основа новой практики</a:t>
            </a:r>
          </a:p>
        </p:txBody>
      </p:sp>
      <p:cxnSp>
        <p:nvCxnSpPr>
          <p:cNvPr id="31" name="">
            <a:extLst xmlns:a="http://schemas.openxmlformats.org/drawingml/2006/main">
              <a:ext uri="{FF2B5EF4-FFF2-40B4-BE49-F238E27FC236}">
                <a16:creationId xmlns:a16="http://schemas.microsoft.com/office/drawing/2014/main" id="{38F09DCE-0850-4297-A8A8-6E9A072C1B71}"/>
              </a:ext>
            </a:extLst>
          </p:cNvPr>
          <p:cNvCxnSpPr/>
          <p:nvPr/>
        </p:nvCxnSpPr>
        <p:spPr>
          <a:xfrm xmlns:a="http://schemas.openxmlformats.org/drawingml/2006/main">
            <a:off x="609600" y="7791450"/>
            <a:ext cx="14020800" cy="0"/>
          </a:xfrm>
          <a:prstGeom xmlns:a="http://schemas.openxmlformats.org/drawingml/2006/main" prst="straightConnector1">
            <a:avLst/>
          </a:prstGeom>
          <a:ln xmlns:a="http://schemas.openxmlformats.org/drawingml/2006/main" w="9525">
            <a:solidFill>
              <a:srgbClr val="CDDAD8"/>
            </a:solidFill>
          </a:ln>
        </p:spPr>
      </p:cxnSp>
      <p:sp>
        <p:nvSpPr>
          <p:cNvPr id="32" name="">
            <a:extLst xmlns:a="http://schemas.openxmlformats.org/drawingml/2006/main">
              <a:ext uri="{FF2B5EF4-FFF2-40B4-BE49-F238E27FC236}">
                <a16:creationId xmlns:a16="http://schemas.microsoft.com/office/drawing/2014/main" id="{649153AC-F850-4875-8E0E-D706057836FE}"/>
              </a:ext>
            </a:extLst>
          </p:cNvPr>
          <p:cNvSpPr>
            <a:spLocks xmlns:a="http://schemas.openxmlformats.org/drawingml/2006/main" noGrp="1"/>
          </p:cNvSpPr>
          <p:nvPr/>
        </p:nvSpPr>
        <p:spPr>
          <a:xfrm xmlns:a="http://schemas.openxmlformats.org/drawingml/2006/main">
            <a:off x="609600" y="8020050"/>
            <a:ext cx="1402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AAC доступна в любой момент. Можно повторить инструкцию, сделать паузу или отказаться без штрафа.</a:t>
            </a:r>
          </a:p>
        </p:txBody>
      </p:sp>
    </p:spTree>
    <p:extLst>
      <p:ext uri="{BB962C8B-B14F-4D97-AF65-F5344CB8AC3E}">
        <p14:creationId xmlns:p14="http://schemas.microsoft.com/office/powerpoint/2010/main" val="611675717"/>
      </p:ext>
    </p:extLst>
  </p:cSld>
</p:sld>
</file>

<file path=ppt/slides/slide2.xml><?xml version="1.0" encoding="utf-8"?>
<p:sld xmlns:p="http://schemas.openxmlformats.org/presentationml/2006/main">
  <p:cSld>
    <p:bg>
      <p:bgPr>
        <a:solidFill xmlns:a="http://schemas.openxmlformats.org/drawingml/2006/main">
          <a:srgbClr val="112D4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EA07E17-5504-49BE-BD41-1DCAFB4BCE9F}"/>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8CD2B6"/>
                </a:solidFill>
                <a:latin typeface="Helvetica Neue"/>
                <a:ea typeface="Helvetica Neue"/>
                <a:cs typeface="Helvetica Neue"/>
              </a:defRPr>
            </a:defPPr>
            <a:lvl1pPr algn="l">
              <a:defRPr sz="2400" b="1">
                <a:solidFill>
                  <a:srgbClr val="8CD2B6"/>
                </a:solidFill>
                <a:latin typeface="Helvetica Neue"/>
                <a:ea typeface="Helvetica Neue"/>
                <a:cs typeface="Helvetica Neue"/>
              </a:defRPr>
            </a:lvl1pPr>
            <a:lvl2pPr algn="l">
              <a:defRPr sz="2400" b="1">
                <a:solidFill>
                  <a:srgbClr val="8CD2B6"/>
                </a:solidFill>
                <a:latin typeface="Helvetica Neue"/>
                <a:ea typeface="Helvetica Neue"/>
                <a:cs typeface="Helvetica Neue"/>
              </a:defRPr>
            </a:lvl2pPr>
            <a:lvl3pPr algn="l">
              <a:defRPr sz="2400" b="1">
                <a:solidFill>
                  <a:srgbClr val="8CD2B6"/>
                </a:solidFill>
                <a:latin typeface="Helvetica Neue"/>
                <a:ea typeface="Helvetica Neue"/>
                <a:cs typeface="Helvetica Neue"/>
              </a:defRPr>
            </a:lvl3pPr>
            <a:lvl4pPr algn="l">
              <a:defRPr sz="2400" b="1">
                <a:solidFill>
                  <a:srgbClr val="8CD2B6"/>
                </a:solidFill>
                <a:latin typeface="Helvetica Neue"/>
                <a:ea typeface="Helvetica Neue"/>
                <a:cs typeface="Helvetica Neue"/>
              </a:defRPr>
            </a:lvl4pPr>
            <a:lvl5pPr algn="l">
              <a:defRPr sz="2400" b="1">
                <a:solidFill>
                  <a:srgbClr val="8CD2B6"/>
                </a:solidFill>
                <a:latin typeface="Helvetica Neue"/>
                <a:ea typeface="Helvetica Neue"/>
                <a:cs typeface="Helvetica Neue"/>
              </a:defRPr>
            </a:lvl5pPr>
            <a:lvl6pPr algn="l">
              <a:defRPr sz="2400" b="1">
                <a:solidFill>
                  <a:srgbClr val="8CD2B6"/>
                </a:solidFill>
                <a:latin typeface="Helvetica Neue"/>
                <a:ea typeface="Helvetica Neue"/>
                <a:cs typeface="Helvetica Neue"/>
              </a:defRPr>
            </a:lvl6pPr>
            <a:lvl7pPr algn="l">
              <a:defRPr sz="2400" b="1">
                <a:solidFill>
                  <a:srgbClr val="8CD2B6"/>
                </a:solidFill>
                <a:latin typeface="Helvetica Neue"/>
                <a:ea typeface="Helvetica Neue"/>
                <a:cs typeface="Helvetica Neue"/>
              </a:defRPr>
            </a:lvl7pPr>
            <a:lvl8pPr algn="l">
              <a:defRPr sz="2400" b="1">
                <a:solidFill>
                  <a:srgbClr val="8CD2B6"/>
                </a:solidFill>
                <a:latin typeface="Helvetica Neue"/>
                <a:ea typeface="Helvetica Neue"/>
                <a:cs typeface="Helvetica Neue"/>
              </a:defRPr>
            </a:lvl8pPr>
            <a:lvl9pPr algn="l">
              <a:defRPr sz="2400" b="1">
                <a:solidFill>
                  <a:srgbClr val="8CD2B6"/>
                </a:solidFill>
                <a:latin typeface="Helvetica Neue"/>
                <a:ea typeface="Helvetica Neue"/>
                <a:cs typeface="Helvetica Neue"/>
              </a:defRPr>
            </a:lvl9pPr>
          </a:lstStyle>
          <a:p xmlns:a="http://schemas.openxmlformats.org/drawingml/2006/main">
            <a:pPr algn="l">
              <a:defRPr sz="2400" b="1">
                <a:solidFill>
                  <a:srgbClr val="8CD2B6"/>
                </a:solidFill>
                <a:latin typeface="Helvetica Neue"/>
                <a:ea typeface="Helvetica Neue"/>
                <a:cs typeface="Helvetica Neue"/>
              </a:defRPr>
            </a:pPr>
            <a:r>
              <a:rPr sz="2400" b="1">
                <a:solidFill>
                  <a:srgbClr val="8CD2B6"/>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6EBD4423-95DE-40A9-9E9B-B73490F8AAF9}"/>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BED0DA"/>
                </a:solidFill>
                <a:latin typeface="Helvetica Neue"/>
                <a:ea typeface="Helvetica Neue"/>
                <a:cs typeface="Helvetica Neue"/>
              </a:defRPr>
            </a:defPPr>
            <a:lvl1pPr algn="l">
              <a:defRPr sz="1050" b="1">
                <a:solidFill>
                  <a:srgbClr val="BED0DA"/>
                </a:solidFill>
                <a:latin typeface="Helvetica Neue"/>
                <a:ea typeface="Helvetica Neue"/>
                <a:cs typeface="Helvetica Neue"/>
              </a:defRPr>
            </a:lvl1pPr>
            <a:lvl2pPr algn="l">
              <a:defRPr sz="1050" b="1">
                <a:solidFill>
                  <a:srgbClr val="BED0DA"/>
                </a:solidFill>
                <a:latin typeface="Helvetica Neue"/>
                <a:ea typeface="Helvetica Neue"/>
                <a:cs typeface="Helvetica Neue"/>
              </a:defRPr>
            </a:lvl2pPr>
            <a:lvl3pPr algn="l">
              <a:defRPr sz="1050" b="1">
                <a:solidFill>
                  <a:srgbClr val="BED0DA"/>
                </a:solidFill>
                <a:latin typeface="Helvetica Neue"/>
                <a:ea typeface="Helvetica Neue"/>
                <a:cs typeface="Helvetica Neue"/>
              </a:defRPr>
            </a:lvl3pPr>
            <a:lvl4pPr algn="l">
              <a:defRPr sz="1050" b="1">
                <a:solidFill>
                  <a:srgbClr val="BED0DA"/>
                </a:solidFill>
                <a:latin typeface="Helvetica Neue"/>
                <a:ea typeface="Helvetica Neue"/>
                <a:cs typeface="Helvetica Neue"/>
              </a:defRPr>
            </a:lvl4pPr>
            <a:lvl5pPr algn="l">
              <a:defRPr sz="1050" b="1">
                <a:solidFill>
                  <a:srgbClr val="BED0DA"/>
                </a:solidFill>
                <a:latin typeface="Helvetica Neue"/>
                <a:ea typeface="Helvetica Neue"/>
                <a:cs typeface="Helvetica Neue"/>
              </a:defRPr>
            </a:lvl5pPr>
            <a:lvl6pPr algn="l">
              <a:defRPr sz="1050" b="1">
                <a:solidFill>
                  <a:srgbClr val="BED0DA"/>
                </a:solidFill>
                <a:latin typeface="Helvetica Neue"/>
                <a:ea typeface="Helvetica Neue"/>
                <a:cs typeface="Helvetica Neue"/>
              </a:defRPr>
            </a:lvl6pPr>
            <a:lvl7pPr algn="l">
              <a:defRPr sz="1050" b="1">
                <a:solidFill>
                  <a:srgbClr val="BED0DA"/>
                </a:solidFill>
                <a:latin typeface="Helvetica Neue"/>
                <a:ea typeface="Helvetica Neue"/>
                <a:cs typeface="Helvetica Neue"/>
              </a:defRPr>
            </a:lvl7pPr>
            <a:lvl8pPr algn="l">
              <a:defRPr sz="1050" b="1">
                <a:solidFill>
                  <a:srgbClr val="BED0DA"/>
                </a:solidFill>
                <a:latin typeface="Helvetica Neue"/>
                <a:ea typeface="Helvetica Neue"/>
                <a:cs typeface="Helvetica Neue"/>
              </a:defRPr>
            </a:lvl8pPr>
            <a:lvl9pPr algn="l">
              <a:defRPr sz="1050" b="1">
                <a:solidFill>
                  <a:srgbClr val="BED0DA"/>
                </a:solidFill>
                <a:latin typeface="Helvetica Neue"/>
                <a:ea typeface="Helvetica Neue"/>
                <a:cs typeface="Helvetica Neue"/>
              </a:defRPr>
            </a:lvl9pPr>
          </a:lstStyle>
          <a:p xmlns:a="http://schemas.openxmlformats.org/drawingml/2006/main">
            <a:pPr algn="l">
              <a:defRPr sz="1050" b="1">
                <a:solidFill>
                  <a:srgbClr val="BED0DA"/>
                </a:solidFill>
                <a:latin typeface="Helvetica Neue"/>
                <a:ea typeface="Helvetica Neue"/>
                <a:cs typeface="Helvetica Neue"/>
              </a:defRPr>
            </a:pPr>
            <a:r>
              <a:rPr sz="1050" b="1">
                <a:solidFill>
                  <a:srgbClr val="BED0DA"/>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0D22D014-1FD6-41BA-A06B-38A28182CC06}"/>
              </a:ext>
            </a:extLst>
          </p:cNvPr>
          <p:cNvSpPr>
            <a:spLocks xmlns:a="http://schemas.openxmlformats.org/drawingml/2006/main" noGrp="1"/>
          </p:cNvSpPr>
          <p:nvPr/>
        </p:nvSpPr>
        <p:spPr>
          <a:xfrm xmlns:a="http://schemas.openxmlformats.org/drawingml/2006/main">
            <a:off x="13696950" y="40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425" b="0">
                <a:solidFill>
                  <a:srgbClr val="BED0DA"/>
                </a:solidFill>
                <a:latin typeface="Helvetica Neue"/>
                <a:ea typeface="Helvetica Neue"/>
                <a:cs typeface="Helvetica Neue"/>
              </a:defRPr>
            </a:defPPr>
            <a:lvl1pPr algn="r">
              <a:defRPr sz="1425" b="0">
                <a:solidFill>
                  <a:srgbClr val="BED0DA"/>
                </a:solidFill>
                <a:latin typeface="Helvetica Neue"/>
                <a:ea typeface="Helvetica Neue"/>
                <a:cs typeface="Helvetica Neue"/>
              </a:defRPr>
            </a:lvl1pPr>
            <a:lvl2pPr algn="r">
              <a:defRPr sz="1425" b="0">
                <a:solidFill>
                  <a:srgbClr val="BED0DA"/>
                </a:solidFill>
                <a:latin typeface="Helvetica Neue"/>
                <a:ea typeface="Helvetica Neue"/>
                <a:cs typeface="Helvetica Neue"/>
              </a:defRPr>
            </a:lvl2pPr>
            <a:lvl3pPr algn="r">
              <a:defRPr sz="1425" b="0">
                <a:solidFill>
                  <a:srgbClr val="BED0DA"/>
                </a:solidFill>
                <a:latin typeface="Helvetica Neue"/>
                <a:ea typeface="Helvetica Neue"/>
                <a:cs typeface="Helvetica Neue"/>
              </a:defRPr>
            </a:lvl3pPr>
            <a:lvl4pPr algn="r">
              <a:defRPr sz="1425" b="0">
                <a:solidFill>
                  <a:srgbClr val="BED0DA"/>
                </a:solidFill>
                <a:latin typeface="Helvetica Neue"/>
                <a:ea typeface="Helvetica Neue"/>
                <a:cs typeface="Helvetica Neue"/>
              </a:defRPr>
            </a:lvl4pPr>
            <a:lvl5pPr algn="r">
              <a:defRPr sz="1425" b="0">
                <a:solidFill>
                  <a:srgbClr val="BED0DA"/>
                </a:solidFill>
                <a:latin typeface="Helvetica Neue"/>
                <a:ea typeface="Helvetica Neue"/>
                <a:cs typeface="Helvetica Neue"/>
              </a:defRPr>
            </a:lvl5pPr>
            <a:lvl6pPr algn="r">
              <a:defRPr sz="1425" b="0">
                <a:solidFill>
                  <a:srgbClr val="BED0DA"/>
                </a:solidFill>
                <a:latin typeface="Helvetica Neue"/>
                <a:ea typeface="Helvetica Neue"/>
                <a:cs typeface="Helvetica Neue"/>
              </a:defRPr>
            </a:lvl6pPr>
            <a:lvl7pPr algn="r">
              <a:defRPr sz="1425" b="0">
                <a:solidFill>
                  <a:srgbClr val="BED0DA"/>
                </a:solidFill>
                <a:latin typeface="Helvetica Neue"/>
                <a:ea typeface="Helvetica Neue"/>
                <a:cs typeface="Helvetica Neue"/>
              </a:defRPr>
            </a:lvl7pPr>
            <a:lvl8pPr algn="r">
              <a:defRPr sz="1425" b="0">
                <a:solidFill>
                  <a:srgbClr val="BED0DA"/>
                </a:solidFill>
                <a:latin typeface="Helvetica Neue"/>
                <a:ea typeface="Helvetica Neue"/>
                <a:cs typeface="Helvetica Neue"/>
              </a:defRPr>
            </a:lvl8pPr>
            <a:lvl9pPr algn="r">
              <a:defRPr sz="1425" b="0">
                <a:solidFill>
                  <a:srgbClr val="BED0DA"/>
                </a:solidFill>
                <a:latin typeface="Helvetica Neue"/>
                <a:ea typeface="Helvetica Neue"/>
                <a:cs typeface="Helvetica Neue"/>
              </a:defRPr>
            </a:lvl9pPr>
          </a:lstStyle>
          <a:p xmlns:a="http://schemas.openxmlformats.org/drawingml/2006/main">
            <a:pPr algn="r">
              <a:defRPr sz="1425" b="0">
                <a:solidFill>
                  <a:srgbClr val="BED0DA"/>
                </a:solidFill>
                <a:latin typeface="Helvetica Neue"/>
                <a:ea typeface="Helvetica Neue"/>
                <a:cs typeface="Helvetica Neue"/>
              </a:defRPr>
            </a:pPr>
            <a:r>
              <a:rPr sz="1425" b="0">
                <a:solidFill>
                  <a:srgbClr val="BED0DA"/>
                </a:solidFill>
                <a:latin typeface="Helvetica Neue"/>
                <a:ea typeface="Helvetica Neue"/>
                <a:cs typeface="Helvetica Neue"/>
              </a:rPr>
              <a:t>02 / 02</a:t>
            </a:r>
          </a:p>
        </p:txBody>
      </p:sp>
      <p:sp>
        <p:nvSpPr>
          <p:cNvPr id="4" name="">
            <a:extLst xmlns:a="http://schemas.openxmlformats.org/drawingml/2006/main">
              <a:ext uri="{FF2B5EF4-FFF2-40B4-BE49-F238E27FC236}">
                <a16:creationId xmlns:a16="http://schemas.microsoft.com/office/drawing/2014/main" id="{33F73399-C99C-47AC-B763-4E0C811CA925}"/>
              </a:ext>
            </a:extLst>
          </p:cNvPr>
          <p:cNvSpPr>
            <a:spLocks xmlns:a="http://schemas.openxmlformats.org/drawingml/2006/main" noGrp="1"/>
          </p:cNvSpPr>
          <p:nvPr/>
        </p:nvSpPr>
        <p:spPr>
          <a:xfrm xmlns:a="http://schemas.openxmlformats.org/drawingml/2006/main">
            <a:off x="609600" y="1152525"/>
            <a:ext cx="1247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875" b="1">
                <a:solidFill>
                  <a:srgbClr val="FFFFFF"/>
                </a:solidFill>
                <a:latin typeface="Helvetica Neue"/>
                <a:ea typeface="Helvetica Neue"/>
                <a:cs typeface="Helvetica Neue"/>
              </a:defRPr>
            </a:defPPr>
            <a:lvl1pPr algn="l">
              <a:defRPr sz="4875" b="1">
                <a:solidFill>
                  <a:srgbClr val="FFFFFF"/>
                </a:solidFill>
                <a:latin typeface="Helvetica Neue"/>
                <a:ea typeface="Helvetica Neue"/>
                <a:cs typeface="Helvetica Neue"/>
              </a:defRPr>
            </a:lvl1pPr>
            <a:lvl2pPr algn="l">
              <a:defRPr sz="4875" b="1">
                <a:solidFill>
                  <a:srgbClr val="FFFFFF"/>
                </a:solidFill>
                <a:latin typeface="Helvetica Neue"/>
                <a:ea typeface="Helvetica Neue"/>
                <a:cs typeface="Helvetica Neue"/>
              </a:defRPr>
            </a:lvl2pPr>
            <a:lvl3pPr algn="l">
              <a:defRPr sz="4875" b="1">
                <a:solidFill>
                  <a:srgbClr val="FFFFFF"/>
                </a:solidFill>
                <a:latin typeface="Helvetica Neue"/>
                <a:ea typeface="Helvetica Neue"/>
                <a:cs typeface="Helvetica Neue"/>
              </a:defRPr>
            </a:lvl3pPr>
            <a:lvl4pPr algn="l">
              <a:defRPr sz="4875" b="1">
                <a:solidFill>
                  <a:srgbClr val="FFFFFF"/>
                </a:solidFill>
                <a:latin typeface="Helvetica Neue"/>
                <a:ea typeface="Helvetica Neue"/>
                <a:cs typeface="Helvetica Neue"/>
              </a:defRPr>
            </a:lvl4pPr>
            <a:lvl5pPr algn="l">
              <a:defRPr sz="4875" b="1">
                <a:solidFill>
                  <a:srgbClr val="FFFFFF"/>
                </a:solidFill>
                <a:latin typeface="Helvetica Neue"/>
                <a:ea typeface="Helvetica Neue"/>
                <a:cs typeface="Helvetica Neue"/>
              </a:defRPr>
            </a:lvl5pPr>
            <a:lvl6pPr algn="l">
              <a:defRPr sz="4875" b="1">
                <a:solidFill>
                  <a:srgbClr val="FFFFFF"/>
                </a:solidFill>
                <a:latin typeface="Helvetica Neue"/>
                <a:ea typeface="Helvetica Neue"/>
                <a:cs typeface="Helvetica Neue"/>
              </a:defRPr>
            </a:lvl6pPr>
            <a:lvl7pPr algn="l">
              <a:defRPr sz="4875" b="1">
                <a:solidFill>
                  <a:srgbClr val="FFFFFF"/>
                </a:solidFill>
                <a:latin typeface="Helvetica Neue"/>
                <a:ea typeface="Helvetica Neue"/>
                <a:cs typeface="Helvetica Neue"/>
              </a:defRPr>
            </a:lvl7pPr>
            <a:lvl8pPr algn="l">
              <a:defRPr sz="4875" b="1">
                <a:solidFill>
                  <a:srgbClr val="FFFFFF"/>
                </a:solidFill>
                <a:latin typeface="Helvetica Neue"/>
                <a:ea typeface="Helvetica Neue"/>
                <a:cs typeface="Helvetica Neue"/>
              </a:defRPr>
            </a:lvl8pPr>
            <a:lvl9pPr algn="l">
              <a:defRPr sz="4875" b="1">
                <a:solidFill>
                  <a:srgbClr val="FFFFFF"/>
                </a:solidFill>
                <a:latin typeface="Helvetica Neue"/>
                <a:ea typeface="Helvetica Neue"/>
                <a:cs typeface="Helvetica Neue"/>
              </a:defRPr>
            </a:lvl9pPr>
          </a:lstStyle>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Логика ИИ-компонента</a:t>
            </a:r>
          </a:p>
        </p:txBody>
      </p:sp>
      <p:sp>
        <p:nvSpPr>
          <p:cNvPr id="5" name="">
            <a:extLst xmlns:a="http://schemas.openxmlformats.org/drawingml/2006/main">
              <a:ext uri="{FF2B5EF4-FFF2-40B4-BE49-F238E27FC236}">
                <a16:creationId xmlns:a16="http://schemas.microsoft.com/office/drawing/2014/main" id="{0E12A256-09B3-449A-B55D-AA5C96BC90D5}"/>
              </a:ext>
            </a:extLst>
          </p:cNvPr>
          <p:cNvSpPr>
            <a:spLocks xmlns:a="http://schemas.openxmlformats.org/drawingml/2006/main" noGrp="1"/>
          </p:cNvSpPr>
          <p:nvPr/>
        </p:nvSpPr>
        <p:spPr>
          <a:xfrm xmlns:a="http://schemas.openxmlformats.org/drawingml/2006/main">
            <a:off x="647700" y="2105025"/>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BED0DA"/>
                </a:solidFill>
                <a:latin typeface="Helvetica Neue"/>
                <a:ea typeface="Helvetica Neue"/>
                <a:cs typeface="Helvetica Neue"/>
              </a:defRPr>
            </a:defPPr>
            <a:lvl1pPr algn="l">
              <a:defRPr sz="2175" b="0">
                <a:solidFill>
                  <a:srgbClr val="BED0DA"/>
                </a:solidFill>
                <a:latin typeface="Helvetica Neue"/>
                <a:ea typeface="Helvetica Neue"/>
                <a:cs typeface="Helvetica Neue"/>
              </a:defRPr>
            </a:lvl1pPr>
            <a:lvl2pPr algn="l">
              <a:defRPr sz="2175" b="0">
                <a:solidFill>
                  <a:srgbClr val="BED0DA"/>
                </a:solidFill>
                <a:latin typeface="Helvetica Neue"/>
                <a:ea typeface="Helvetica Neue"/>
                <a:cs typeface="Helvetica Neue"/>
              </a:defRPr>
            </a:lvl2pPr>
            <a:lvl3pPr algn="l">
              <a:defRPr sz="2175" b="0">
                <a:solidFill>
                  <a:srgbClr val="BED0DA"/>
                </a:solidFill>
                <a:latin typeface="Helvetica Neue"/>
                <a:ea typeface="Helvetica Neue"/>
                <a:cs typeface="Helvetica Neue"/>
              </a:defRPr>
            </a:lvl3pPr>
            <a:lvl4pPr algn="l">
              <a:defRPr sz="2175" b="0">
                <a:solidFill>
                  <a:srgbClr val="BED0DA"/>
                </a:solidFill>
                <a:latin typeface="Helvetica Neue"/>
                <a:ea typeface="Helvetica Neue"/>
                <a:cs typeface="Helvetica Neue"/>
              </a:defRPr>
            </a:lvl4pPr>
            <a:lvl5pPr algn="l">
              <a:defRPr sz="2175" b="0">
                <a:solidFill>
                  <a:srgbClr val="BED0DA"/>
                </a:solidFill>
                <a:latin typeface="Helvetica Neue"/>
                <a:ea typeface="Helvetica Neue"/>
                <a:cs typeface="Helvetica Neue"/>
              </a:defRPr>
            </a:lvl5pPr>
            <a:lvl6pPr algn="l">
              <a:defRPr sz="2175" b="0">
                <a:solidFill>
                  <a:srgbClr val="BED0DA"/>
                </a:solidFill>
                <a:latin typeface="Helvetica Neue"/>
                <a:ea typeface="Helvetica Neue"/>
                <a:cs typeface="Helvetica Neue"/>
              </a:defRPr>
            </a:lvl6pPr>
            <a:lvl7pPr algn="l">
              <a:defRPr sz="2175" b="0">
                <a:solidFill>
                  <a:srgbClr val="BED0DA"/>
                </a:solidFill>
                <a:latin typeface="Helvetica Neue"/>
                <a:ea typeface="Helvetica Neue"/>
                <a:cs typeface="Helvetica Neue"/>
              </a:defRPr>
            </a:lvl7pPr>
            <a:lvl8pPr algn="l">
              <a:defRPr sz="2175" b="0">
                <a:solidFill>
                  <a:srgbClr val="BED0DA"/>
                </a:solidFill>
                <a:latin typeface="Helvetica Neue"/>
                <a:ea typeface="Helvetica Neue"/>
                <a:cs typeface="Helvetica Neue"/>
              </a:defRPr>
            </a:lvl8pPr>
            <a:lvl9pPr algn="l">
              <a:defRPr sz="2175" b="0">
                <a:solidFill>
                  <a:srgbClr val="BED0DA"/>
                </a:solidFill>
                <a:latin typeface="Helvetica Neue"/>
                <a:ea typeface="Helvetica Neue"/>
                <a:cs typeface="Helvetica Neue"/>
              </a:defRPr>
            </a:lvl9pPr>
          </a:lstStyle>
          <a:p xmlns:a="http://schemas.openxmlformats.org/drawingml/2006/main">
            <a:pPr algn="l">
              <a:defRPr sz="2175" b="0">
                <a:solidFill>
                  <a:srgbClr val="BED0DA"/>
                </a:solidFill>
                <a:latin typeface="Helvetica Neue"/>
                <a:ea typeface="Helvetica Neue"/>
                <a:cs typeface="Helvetica Neue"/>
              </a:defRPr>
            </a:pPr>
            <a:r>
              <a:rPr sz="2175" b="0">
                <a:solidFill>
                  <a:srgbClr val="BED0DA"/>
                </a:solidFill>
                <a:latin typeface="Helvetica Neue"/>
                <a:ea typeface="Helvetica Neue"/>
                <a:cs typeface="Helvetica Neue"/>
              </a:rPr>
              <a:t>Локальные правила без подключения к внешней нейросети</a:t>
            </a:r>
          </a:p>
        </p:txBody>
      </p:sp>
      <p:sp>
        <p:nvSpPr>
          <p:cNvPr id="6" name="">
            <a:extLst xmlns:a="http://schemas.openxmlformats.org/drawingml/2006/main">
              <a:ext uri="{FF2B5EF4-FFF2-40B4-BE49-F238E27FC236}">
                <a16:creationId xmlns:a16="http://schemas.microsoft.com/office/drawing/2014/main" id="{5EC4E243-C58F-4DD7-8B56-D468FC251C04}"/>
              </a:ext>
            </a:extLst>
          </p:cNvPr>
          <p:cNvSpPr>
            <a:spLocks xmlns:a="http://schemas.openxmlformats.org/drawingml/2006/main" noGrp="1"/>
          </p:cNvSpPr>
          <p:nvPr/>
        </p:nvSpPr>
        <p:spPr>
          <a:xfrm xmlns:a="http://schemas.openxmlformats.org/drawingml/2006/main">
            <a:off x="609600" y="30861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ВХОДНЫЕ ДАННЫЕ</a:t>
            </a:r>
          </a:p>
        </p:txBody>
      </p:sp>
      <p:sp>
        <p:nvSpPr>
          <p:cNvPr id="7" name="">
            <a:extLst xmlns:a="http://schemas.openxmlformats.org/drawingml/2006/main">
              <a:ext uri="{FF2B5EF4-FFF2-40B4-BE49-F238E27FC236}">
                <a16:creationId xmlns:a16="http://schemas.microsoft.com/office/drawing/2014/main" id="{D81AE0E2-A691-47BB-A08A-22823F9DB112}"/>
              </a:ext>
            </a:extLst>
          </p:cNvPr>
          <p:cNvSpPr>
            <a:spLocks xmlns:a="http://schemas.openxmlformats.org/drawingml/2006/main" noGrp="1"/>
          </p:cNvSpPr>
          <p:nvPr/>
        </p:nvSpPr>
        <p:spPr>
          <a:xfrm xmlns:a="http://schemas.openxmlformats.org/drawingml/2006/main">
            <a:off x="609600" y="3600450"/>
            <a:ext cx="3571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25" b="1">
                <a:solidFill>
                  <a:srgbClr val="FFFFFF"/>
                </a:solidFill>
                <a:latin typeface="Helvetica Neue"/>
                <a:ea typeface="Helvetica Neue"/>
                <a:cs typeface="Helvetica Neue"/>
              </a:defRPr>
            </a:defPPr>
            <a:lvl1pPr algn="l">
              <a:defRPr sz="2625" b="1">
                <a:solidFill>
                  <a:srgbClr val="FFFFFF"/>
                </a:solidFill>
                <a:latin typeface="Helvetica Neue"/>
                <a:ea typeface="Helvetica Neue"/>
                <a:cs typeface="Helvetica Neue"/>
              </a:defRPr>
            </a:lvl1pPr>
            <a:lvl2pPr algn="l">
              <a:defRPr sz="2625" b="1">
                <a:solidFill>
                  <a:srgbClr val="FFFFFF"/>
                </a:solidFill>
                <a:latin typeface="Helvetica Neue"/>
                <a:ea typeface="Helvetica Neue"/>
                <a:cs typeface="Helvetica Neue"/>
              </a:defRPr>
            </a:lvl2pPr>
            <a:lvl3pPr algn="l">
              <a:defRPr sz="2625" b="1">
                <a:solidFill>
                  <a:srgbClr val="FFFFFF"/>
                </a:solidFill>
                <a:latin typeface="Helvetica Neue"/>
                <a:ea typeface="Helvetica Neue"/>
                <a:cs typeface="Helvetica Neue"/>
              </a:defRPr>
            </a:lvl3pPr>
            <a:lvl4pPr algn="l">
              <a:defRPr sz="2625" b="1">
                <a:solidFill>
                  <a:srgbClr val="FFFFFF"/>
                </a:solidFill>
                <a:latin typeface="Helvetica Neue"/>
                <a:ea typeface="Helvetica Neue"/>
                <a:cs typeface="Helvetica Neue"/>
              </a:defRPr>
            </a:lvl4pPr>
            <a:lvl5pPr algn="l">
              <a:defRPr sz="2625" b="1">
                <a:solidFill>
                  <a:srgbClr val="FFFFFF"/>
                </a:solidFill>
                <a:latin typeface="Helvetica Neue"/>
                <a:ea typeface="Helvetica Neue"/>
                <a:cs typeface="Helvetica Neue"/>
              </a:defRPr>
            </a:lvl5pPr>
            <a:lvl6pPr algn="l">
              <a:defRPr sz="2625" b="1">
                <a:solidFill>
                  <a:srgbClr val="FFFFFF"/>
                </a:solidFill>
                <a:latin typeface="Helvetica Neue"/>
                <a:ea typeface="Helvetica Neue"/>
                <a:cs typeface="Helvetica Neue"/>
              </a:defRPr>
            </a:lvl6pPr>
            <a:lvl7pPr algn="l">
              <a:defRPr sz="2625" b="1">
                <a:solidFill>
                  <a:srgbClr val="FFFFFF"/>
                </a:solidFill>
                <a:latin typeface="Helvetica Neue"/>
                <a:ea typeface="Helvetica Neue"/>
                <a:cs typeface="Helvetica Neue"/>
              </a:defRPr>
            </a:lvl7pPr>
            <a:lvl8pPr algn="l">
              <a:defRPr sz="2625" b="1">
                <a:solidFill>
                  <a:srgbClr val="FFFFFF"/>
                </a:solidFill>
                <a:latin typeface="Helvetica Neue"/>
                <a:ea typeface="Helvetica Neue"/>
                <a:cs typeface="Helvetica Neue"/>
              </a:defRPr>
            </a:lvl8pPr>
            <a:lvl9pPr algn="l">
              <a:defRPr sz="2625" b="1">
                <a:solidFill>
                  <a:srgbClr val="FFFFFF"/>
                </a:solidFill>
                <a:latin typeface="Helvetica Neue"/>
                <a:ea typeface="Helvetica Neue"/>
                <a:cs typeface="Helvetica Neue"/>
              </a:defRPr>
            </a:lvl9pPr>
          </a:lstStyle>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Цель и история</a:t>
            </a:r>
          </a:p>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ребёнка</a:t>
            </a:r>
          </a:p>
        </p:txBody>
      </p:sp>
      <p:sp>
        <p:nvSpPr>
          <p:cNvPr id="8" name="">
            <a:extLst xmlns:a="http://schemas.openxmlformats.org/drawingml/2006/main">
              <a:ext uri="{FF2B5EF4-FFF2-40B4-BE49-F238E27FC236}">
                <a16:creationId xmlns:a16="http://schemas.microsoft.com/office/drawing/2014/main" id="{49413529-9345-4340-B4C8-145882DBEC03}"/>
              </a:ext>
            </a:extLst>
          </p:cNvPr>
          <p:cNvSpPr>
            <a:spLocks xmlns:a="http://schemas.openxmlformats.org/drawingml/2006/main" noGrp="1"/>
          </p:cNvSpPr>
          <p:nvPr/>
        </p:nvSpPr>
        <p:spPr>
          <a:xfrm xmlns:a="http://schemas.openxmlformats.org/drawingml/2006/main">
            <a:off x="609600" y="4695825"/>
            <a:ext cx="3581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Активные цели и нужная помощь</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Предпочтения родителя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До 8 завершённых результатов</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Свежие ответы важнее</a:t>
            </a:r>
          </a:p>
        </p:txBody>
      </p:sp>
      <p:cxnSp>
        <p:nvCxnSpPr>
          <p:cNvPr id="9" name="">
            <a:extLst xmlns:a="http://schemas.openxmlformats.org/drawingml/2006/main">
              <a:ext uri="{FF2B5EF4-FFF2-40B4-BE49-F238E27FC236}">
                <a16:creationId xmlns:a16="http://schemas.microsoft.com/office/drawing/2014/main" id="{DE326A6B-219E-4922-B63E-065C8A971603}"/>
              </a:ext>
            </a:extLst>
          </p:cNvPr>
          <p:cNvCxnSpPr/>
          <p:nvPr/>
        </p:nvCxnSpPr>
        <p:spPr>
          <a:xfrm xmlns:a="http://schemas.openxmlformats.org/drawingml/2006/main">
            <a:off x="4162425"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10" name="">
            <a:extLst xmlns:a="http://schemas.openxmlformats.org/drawingml/2006/main">
              <a:ext uri="{FF2B5EF4-FFF2-40B4-BE49-F238E27FC236}">
                <a16:creationId xmlns:a16="http://schemas.microsoft.com/office/drawing/2014/main" id="{D1A0D1E0-5850-4E76-A52A-BB00F32FDFB5}"/>
              </a:ext>
            </a:extLst>
          </p:cNvPr>
          <p:cNvSpPr>
            <a:spLocks xmlns:a="http://schemas.openxmlformats.org/drawingml/2006/main" noGrp="1"/>
          </p:cNvSpPr>
          <p:nvPr/>
        </p:nvSpPr>
        <p:spPr>
          <a:xfrm xmlns:a="http://schemas.openxmlformats.org/drawingml/2006/main">
            <a:off x="4953000" y="3000375"/>
            <a:ext cx="5353050" cy="3057525"/>
          </a:xfrm>
          <a:prstGeom xmlns:a="http://schemas.openxmlformats.org/drawingml/2006/main" prst="roundRect">
            <a:avLst>
              <a:gd name="adj" fmla="val 6854"/>
            </a:avLst>
          </a:prstGeom>
          <a:solidFill xmlns:a="http://schemas.openxmlformats.org/drawingml/2006/main">
            <a:srgbClr val="E5F1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C6AF84-832D-40AD-AB2E-6B543717623C}"/>
              </a:ext>
            </a:extLst>
          </p:cNvPr>
          <p:cNvSpPr>
            <a:spLocks xmlns:a="http://schemas.openxmlformats.org/drawingml/2006/main" noGrp="1"/>
          </p:cNvSpPr>
          <p:nvPr/>
        </p:nvSpPr>
        <p:spPr>
          <a:xfrm xmlns:a="http://schemas.openxmlformats.org/drawingml/2006/main">
            <a:off x="5238750" y="324802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247C63"/>
                </a:solidFill>
                <a:latin typeface="Helvetica Neue"/>
                <a:ea typeface="Helvetica Neue"/>
                <a:cs typeface="Helvetica Neue"/>
              </a:defRPr>
            </a:defPPr>
            <a:lvl1pPr algn="l">
              <a:defRPr sz="1350" b="1">
                <a:solidFill>
                  <a:srgbClr val="247C63"/>
                </a:solidFill>
                <a:latin typeface="Helvetica Neue"/>
                <a:ea typeface="Helvetica Neue"/>
                <a:cs typeface="Helvetica Neue"/>
              </a:defRPr>
            </a:lvl1pPr>
            <a:lvl2pPr algn="l">
              <a:defRPr sz="1350" b="1">
                <a:solidFill>
                  <a:srgbClr val="247C63"/>
                </a:solidFill>
                <a:latin typeface="Helvetica Neue"/>
                <a:ea typeface="Helvetica Neue"/>
                <a:cs typeface="Helvetica Neue"/>
              </a:defRPr>
            </a:lvl2pPr>
            <a:lvl3pPr algn="l">
              <a:defRPr sz="1350" b="1">
                <a:solidFill>
                  <a:srgbClr val="247C63"/>
                </a:solidFill>
                <a:latin typeface="Helvetica Neue"/>
                <a:ea typeface="Helvetica Neue"/>
                <a:cs typeface="Helvetica Neue"/>
              </a:defRPr>
            </a:lvl3pPr>
            <a:lvl4pPr algn="l">
              <a:defRPr sz="1350" b="1">
                <a:solidFill>
                  <a:srgbClr val="247C63"/>
                </a:solidFill>
                <a:latin typeface="Helvetica Neue"/>
                <a:ea typeface="Helvetica Neue"/>
                <a:cs typeface="Helvetica Neue"/>
              </a:defRPr>
            </a:lvl4pPr>
            <a:lvl5pPr algn="l">
              <a:defRPr sz="1350" b="1">
                <a:solidFill>
                  <a:srgbClr val="247C63"/>
                </a:solidFill>
                <a:latin typeface="Helvetica Neue"/>
                <a:ea typeface="Helvetica Neue"/>
                <a:cs typeface="Helvetica Neue"/>
              </a:defRPr>
            </a:lvl5pPr>
            <a:lvl6pPr algn="l">
              <a:defRPr sz="1350" b="1">
                <a:solidFill>
                  <a:srgbClr val="247C63"/>
                </a:solidFill>
                <a:latin typeface="Helvetica Neue"/>
                <a:ea typeface="Helvetica Neue"/>
                <a:cs typeface="Helvetica Neue"/>
              </a:defRPr>
            </a:lvl6pPr>
            <a:lvl7pPr algn="l">
              <a:defRPr sz="1350" b="1">
                <a:solidFill>
                  <a:srgbClr val="247C63"/>
                </a:solidFill>
                <a:latin typeface="Helvetica Neue"/>
                <a:ea typeface="Helvetica Neue"/>
                <a:cs typeface="Helvetica Neue"/>
              </a:defRPr>
            </a:lvl7pPr>
            <a:lvl8pPr algn="l">
              <a:defRPr sz="1350" b="1">
                <a:solidFill>
                  <a:srgbClr val="247C63"/>
                </a:solidFill>
                <a:latin typeface="Helvetica Neue"/>
                <a:ea typeface="Helvetica Neue"/>
                <a:cs typeface="Helvetica Neue"/>
              </a:defRPr>
            </a:lvl8pPr>
            <a:lvl9pPr algn="l">
              <a:defRPr sz="1350" b="1">
                <a:solidFill>
                  <a:srgbClr val="247C63"/>
                </a:solidFill>
                <a:latin typeface="Helvetica Neue"/>
                <a:ea typeface="Helvetica Neue"/>
                <a:cs typeface="Helvetica Neue"/>
              </a:defRPr>
            </a:lvl9pPr>
          </a:lstStyle>
          <a:p xmlns:a="http://schemas.openxmlformats.org/drawingml/2006/main">
            <a:pPr algn="l">
              <a:defRPr sz="1350" b="1">
                <a:solidFill>
                  <a:srgbClr val="247C63"/>
                </a:solidFill>
                <a:latin typeface="Helvetica Neue"/>
                <a:ea typeface="Helvetica Neue"/>
                <a:cs typeface="Helvetica Neue"/>
              </a:defRPr>
            </a:pPr>
            <a:r>
              <a:rPr sz="1350" b="1">
                <a:solidFill>
                  <a:srgbClr val="247C63"/>
                </a:solidFill>
                <a:latin typeface="Helvetica Neue"/>
                <a:ea typeface="Helvetica Neue"/>
                <a:cs typeface="Helvetica Neue"/>
              </a:rPr>
              <a:t>АДАПТИВНЫЙ АЛГОРИТМ</a:t>
            </a:r>
          </a:p>
        </p:txBody>
      </p:sp>
      <p:sp>
        <p:nvSpPr>
          <p:cNvPr id="12" name="">
            <a:extLst xmlns:a="http://schemas.openxmlformats.org/drawingml/2006/main">
              <a:ext uri="{FF2B5EF4-FFF2-40B4-BE49-F238E27FC236}">
                <a16:creationId xmlns:a16="http://schemas.microsoft.com/office/drawing/2014/main" id="{74B7ECA6-C571-45EE-AD48-61A049D22E75}"/>
              </a:ext>
            </a:extLst>
          </p:cNvPr>
          <p:cNvSpPr>
            <a:spLocks xmlns:a="http://schemas.openxmlformats.org/drawingml/2006/main" noGrp="1"/>
          </p:cNvSpPr>
          <p:nvPr/>
        </p:nvSpPr>
        <p:spPr>
          <a:xfrm xmlns:a="http://schemas.openxmlformats.org/drawingml/2006/main">
            <a:off x="5238750" y="3790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89F44767-6B36-441B-8B15-7C1AA67CFC0F}"/>
              </a:ext>
            </a:extLst>
          </p:cNvPr>
          <p:cNvSpPr>
            <a:spLocks xmlns:a="http://schemas.openxmlformats.org/drawingml/2006/main" noGrp="1"/>
          </p:cNvSpPr>
          <p:nvPr/>
        </p:nvSpPr>
        <p:spPr>
          <a:xfrm xmlns:a="http://schemas.openxmlformats.org/drawingml/2006/main">
            <a:off x="5810250" y="377190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Отбор</a:t>
            </a:r>
          </a:p>
        </p:txBody>
      </p:sp>
      <p:sp>
        <p:nvSpPr>
          <p:cNvPr id="14" name="">
            <a:extLst xmlns:a="http://schemas.openxmlformats.org/drawingml/2006/main">
              <a:ext uri="{FF2B5EF4-FFF2-40B4-BE49-F238E27FC236}">
                <a16:creationId xmlns:a16="http://schemas.microsoft.com/office/drawing/2014/main" id="{A71B4169-517A-46D1-B5F4-9B16D29643E8}"/>
              </a:ext>
            </a:extLst>
          </p:cNvPr>
          <p:cNvSpPr>
            <a:spLocks xmlns:a="http://schemas.openxmlformats.org/drawingml/2006/main" noGrp="1"/>
          </p:cNvSpPr>
          <p:nvPr/>
        </p:nvSpPr>
        <p:spPr>
          <a:xfrm xmlns:a="http://schemas.openxmlformats.org/drawingml/2006/main">
            <a:off x="5810250" y="411480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Разрешённые задания по цели</a:t>
            </a:r>
          </a:p>
        </p:txBody>
      </p:sp>
      <p:cxnSp>
        <p:nvCxnSpPr>
          <p:cNvPr id="15" name="">
            <a:extLst xmlns:a="http://schemas.openxmlformats.org/drawingml/2006/main">
              <a:ext uri="{FF2B5EF4-FFF2-40B4-BE49-F238E27FC236}">
                <a16:creationId xmlns:a16="http://schemas.microsoft.com/office/drawing/2014/main" id="{2518D8FA-A46E-4DAC-AA04-306F4D4F9A08}"/>
              </a:ext>
            </a:extLst>
          </p:cNvPr>
          <p:cNvCxnSpPr/>
          <p:nvPr/>
        </p:nvCxnSpPr>
        <p:spPr>
          <a:xfrm xmlns:a="http://schemas.openxmlformats.org/drawingml/2006/main">
            <a:off x="5238750" y="4410075"/>
            <a:ext cx="4762500" cy="0"/>
          </a:xfrm>
          <a:prstGeom xmlns:a="http://schemas.openxmlformats.org/drawingml/2006/main" prst="straightConnector1">
            <a:avLst/>
          </a:prstGeom>
          <a:ln xmlns:a="http://schemas.openxmlformats.org/drawingml/2006/main" w="9525">
            <a:solidFill>
              <a:srgbClr val="BED6CD"/>
            </a:solidFill>
          </a:ln>
        </p:spPr>
      </p:cxnSp>
      <p:sp>
        <p:nvSpPr>
          <p:cNvPr id="16" name="">
            <a:extLst xmlns:a="http://schemas.openxmlformats.org/drawingml/2006/main">
              <a:ext uri="{FF2B5EF4-FFF2-40B4-BE49-F238E27FC236}">
                <a16:creationId xmlns:a16="http://schemas.microsoft.com/office/drawing/2014/main" id="{74A23097-CB83-4B51-8DCD-57DD02E40046}"/>
              </a:ext>
            </a:extLst>
          </p:cNvPr>
          <p:cNvSpPr>
            <a:spLocks xmlns:a="http://schemas.openxmlformats.org/drawingml/2006/main" noGrp="1"/>
          </p:cNvSpPr>
          <p:nvPr/>
        </p:nvSpPr>
        <p:spPr>
          <a:xfrm xmlns:a="http://schemas.openxmlformats.org/drawingml/2006/main">
            <a:off x="5238750" y="448627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75838C35-1F59-4C87-8BD3-ADAF4864DE31}"/>
              </a:ext>
            </a:extLst>
          </p:cNvPr>
          <p:cNvSpPr>
            <a:spLocks xmlns:a="http://schemas.openxmlformats.org/drawingml/2006/main" noGrp="1"/>
          </p:cNvSpPr>
          <p:nvPr/>
        </p:nvSpPr>
        <p:spPr>
          <a:xfrm xmlns:a="http://schemas.openxmlformats.org/drawingml/2006/main">
            <a:off x="5810250" y="44672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Анализ ответов</a:t>
            </a:r>
          </a:p>
        </p:txBody>
      </p:sp>
      <p:sp>
        <p:nvSpPr>
          <p:cNvPr id="18" name="">
            <a:extLst xmlns:a="http://schemas.openxmlformats.org/drawingml/2006/main">
              <a:ext uri="{FF2B5EF4-FFF2-40B4-BE49-F238E27FC236}">
                <a16:creationId xmlns:a16="http://schemas.microsoft.com/office/drawing/2014/main" id="{DD380105-2971-4A01-B8A4-DCA60E397069}"/>
              </a:ext>
            </a:extLst>
          </p:cNvPr>
          <p:cNvSpPr>
            <a:spLocks xmlns:a="http://schemas.openxmlformats.org/drawingml/2006/main" noGrp="1"/>
          </p:cNvSpPr>
          <p:nvPr/>
        </p:nvSpPr>
        <p:spPr>
          <a:xfrm xmlns:a="http://schemas.openxmlformats.org/drawingml/2006/main">
            <a:off x="5810250" y="4810125"/>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Точность и самостоятельность</a:t>
            </a:r>
          </a:p>
        </p:txBody>
      </p:sp>
      <p:cxnSp>
        <p:nvCxnSpPr>
          <p:cNvPr id="19" name="">
            <a:extLst xmlns:a="http://schemas.openxmlformats.org/drawingml/2006/main">
              <a:ext uri="{FF2B5EF4-FFF2-40B4-BE49-F238E27FC236}">
                <a16:creationId xmlns:a16="http://schemas.microsoft.com/office/drawing/2014/main" id="{E0ABEFD9-F6AE-471E-AB41-40B98B299AFB}"/>
              </a:ext>
            </a:extLst>
          </p:cNvPr>
          <p:cNvCxnSpPr/>
          <p:nvPr/>
        </p:nvCxnSpPr>
        <p:spPr>
          <a:xfrm xmlns:a="http://schemas.openxmlformats.org/drawingml/2006/main">
            <a:off x="5238750" y="5105400"/>
            <a:ext cx="4762500" cy="0"/>
          </a:xfrm>
          <a:prstGeom xmlns:a="http://schemas.openxmlformats.org/drawingml/2006/main" prst="straightConnector1">
            <a:avLst/>
          </a:prstGeom>
          <a:ln xmlns:a="http://schemas.openxmlformats.org/drawingml/2006/main" w="9525">
            <a:solidFill>
              <a:srgbClr val="BED6CD"/>
            </a:solidFill>
          </a:ln>
        </p:spPr>
      </p:cxnSp>
      <p:sp>
        <p:nvSpPr>
          <p:cNvPr id="20" name="">
            <a:extLst xmlns:a="http://schemas.openxmlformats.org/drawingml/2006/main">
              <a:ext uri="{FF2B5EF4-FFF2-40B4-BE49-F238E27FC236}">
                <a16:creationId xmlns:a16="http://schemas.microsoft.com/office/drawing/2014/main" id="{59B808B6-788B-4CB0-98EB-434FFB8AF86C}"/>
              </a:ext>
            </a:extLst>
          </p:cNvPr>
          <p:cNvSpPr>
            <a:spLocks xmlns:a="http://schemas.openxmlformats.org/drawingml/2006/main" noGrp="1"/>
          </p:cNvSpPr>
          <p:nvPr/>
        </p:nvSpPr>
        <p:spPr>
          <a:xfrm xmlns:a="http://schemas.openxmlformats.org/drawingml/2006/main">
            <a:off x="5238750" y="51816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C611744D-CC4B-40A8-9F57-469636646CF6}"/>
              </a:ext>
            </a:extLst>
          </p:cNvPr>
          <p:cNvSpPr>
            <a:spLocks xmlns:a="http://schemas.openxmlformats.org/drawingml/2006/main" noGrp="1"/>
          </p:cNvSpPr>
          <p:nvPr/>
        </p:nvSpPr>
        <p:spPr>
          <a:xfrm xmlns:a="http://schemas.openxmlformats.org/drawingml/2006/main">
            <a:off x="5810250" y="51625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Подбор</a:t>
            </a:r>
          </a:p>
        </p:txBody>
      </p:sp>
      <p:sp>
        <p:nvSpPr>
          <p:cNvPr id="22" name="">
            <a:extLst xmlns:a="http://schemas.openxmlformats.org/drawingml/2006/main">
              <a:ext uri="{FF2B5EF4-FFF2-40B4-BE49-F238E27FC236}">
                <a16:creationId xmlns:a16="http://schemas.microsoft.com/office/drawing/2014/main" id="{DE4C2843-1BBA-4E60-A744-88E3FAF90C07}"/>
              </a:ext>
            </a:extLst>
          </p:cNvPr>
          <p:cNvSpPr>
            <a:spLocks xmlns:a="http://schemas.openxmlformats.org/drawingml/2006/main" noGrp="1"/>
          </p:cNvSpPr>
          <p:nvPr/>
        </p:nvSpPr>
        <p:spPr>
          <a:xfrm xmlns:a="http://schemas.openxmlformats.org/drawingml/2006/main">
            <a:off x="5810250" y="550545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Уровень 1–3 и ротация заданий</a:t>
            </a:r>
          </a:p>
        </p:txBody>
      </p:sp>
      <p:cxnSp>
        <p:nvCxnSpPr>
          <p:cNvPr id="23" name="">
            <a:extLst xmlns:a="http://schemas.openxmlformats.org/drawingml/2006/main">
              <a:ext uri="{FF2B5EF4-FFF2-40B4-BE49-F238E27FC236}">
                <a16:creationId xmlns:a16="http://schemas.microsoft.com/office/drawing/2014/main" id="{5BAB316F-D785-4FD6-9620-4EA8630314C9}"/>
              </a:ext>
            </a:extLst>
          </p:cNvPr>
          <p:cNvCxnSpPr/>
          <p:nvPr/>
        </p:nvCxnSpPr>
        <p:spPr>
          <a:xfrm xmlns:a="http://schemas.openxmlformats.org/drawingml/2006/main">
            <a:off x="10515600"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24" name="">
            <a:extLst xmlns:a="http://schemas.openxmlformats.org/drawingml/2006/main">
              <a:ext uri="{FF2B5EF4-FFF2-40B4-BE49-F238E27FC236}">
                <a16:creationId xmlns:a16="http://schemas.microsoft.com/office/drawing/2014/main" id="{37686E3D-CABF-4023-82AE-B6CA258A4A45}"/>
              </a:ext>
            </a:extLst>
          </p:cNvPr>
          <p:cNvSpPr>
            <a:spLocks xmlns:a="http://schemas.openxmlformats.org/drawingml/2006/main" noGrp="1"/>
          </p:cNvSpPr>
          <p:nvPr/>
        </p:nvSpPr>
        <p:spPr>
          <a:xfrm xmlns:a="http://schemas.openxmlformats.org/drawingml/2006/main">
            <a:off x="11334750" y="30861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РЕЗУЛЬТАТ</a:t>
            </a:r>
          </a:p>
        </p:txBody>
      </p:sp>
      <p:sp>
        <p:nvSpPr>
          <p:cNvPr id="25" name="">
            <a:extLst xmlns:a="http://schemas.openxmlformats.org/drawingml/2006/main">
              <a:ext uri="{FF2B5EF4-FFF2-40B4-BE49-F238E27FC236}">
                <a16:creationId xmlns:a16="http://schemas.microsoft.com/office/drawing/2014/main" id="{C3F29C6F-0560-43E1-8B13-BE3098BEB40D}"/>
              </a:ext>
            </a:extLst>
          </p:cNvPr>
          <p:cNvSpPr>
            <a:spLocks xmlns:a="http://schemas.openxmlformats.org/drawingml/2006/main" noGrp="1"/>
          </p:cNvSpPr>
          <p:nvPr/>
        </p:nvSpPr>
        <p:spPr>
          <a:xfrm xmlns:a="http://schemas.openxmlformats.org/drawingml/2006/main">
            <a:off x="11334750" y="3600450"/>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FFFFFF"/>
                </a:solidFill>
                <a:latin typeface="Helvetica Neue"/>
                <a:ea typeface="Helvetica Neue"/>
                <a:cs typeface="Helvetica Neue"/>
              </a:defRPr>
            </a:defPPr>
            <a:lvl1pPr algn="l">
              <a:defRPr sz="2550" b="1">
                <a:solidFill>
                  <a:srgbClr val="FFFFFF"/>
                </a:solidFill>
                <a:latin typeface="Helvetica Neue"/>
                <a:ea typeface="Helvetica Neue"/>
                <a:cs typeface="Helvetica Neue"/>
              </a:defRPr>
            </a:lvl1pPr>
            <a:lvl2pPr algn="l">
              <a:defRPr sz="2550" b="1">
                <a:solidFill>
                  <a:srgbClr val="FFFFFF"/>
                </a:solidFill>
                <a:latin typeface="Helvetica Neue"/>
                <a:ea typeface="Helvetica Neue"/>
                <a:cs typeface="Helvetica Neue"/>
              </a:defRPr>
            </a:lvl2pPr>
            <a:lvl3pPr algn="l">
              <a:defRPr sz="2550" b="1">
                <a:solidFill>
                  <a:srgbClr val="FFFFFF"/>
                </a:solidFill>
                <a:latin typeface="Helvetica Neue"/>
                <a:ea typeface="Helvetica Neue"/>
                <a:cs typeface="Helvetica Neue"/>
              </a:defRPr>
            </a:lvl3pPr>
            <a:lvl4pPr algn="l">
              <a:defRPr sz="2550" b="1">
                <a:solidFill>
                  <a:srgbClr val="FFFFFF"/>
                </a:solidFill>
                <a:latin typeface="Helvetica Neue"/>
                <a:ea typeface="Helvetica Neue"/>
                <a:cs typeface="Helvetica Neue"/>
              </a:defRPr>
            </a:lvl4pPr>
            <a:lvl5pPr algn="l">
              <a:defRPr sz="2550" b="1">
                <a:solidFill>
                  <a:srgbClr val="FFFFFF"/>
                </a:solidFill>
                <a:latin typeface="Helvetica Neue"/>
                <a:ea typeface="Helvetica Neue"/>
                <a:cs typeface="Helvetica Neue"/>
              </a:defRPr>
            </a:lvl5pPr>
            <a:lvl6pPr algn="l">
              <a:defRPr sz="2550" b="1">
                <a:solidFill>
                  <a:srgbClr val="FFFFFF"/>
                </a:solidFill>
                <a:latin typeface="Helvetica Neue"/>
                <a:ea typeface="Helvetica Neue"/>
                <a:cs typeface="Helvetica Neue"/>
              </a:defRPr>
            </a:lvl6pPr>
            <a:lvl7pPr algn="l">
              <a:defRPr sz="2550" b="1">
                <a:solidFill>
                  <a:srgbClr val="FFFFFF"/>
                </a:solidFill>
                <a:latin typeface="Helvetica Neue"/>
                <a:ea typeface="Helvetica Neue"/>
                <a:cs typeface="Helvetica Neue"/>
              </a:defRPr>
            </a:lvl7pPr>
            <a:lvl8pPr algn="l">
              <a:defRPr sz="2550" b="1">
                <a:solidFill>
                  <a:srgbClr val="FFFFFF"/>
                </a:solidFill>
                <a:latin typeface="Helvetica Neue"/>
                <a:ea typeface="Helvetica Neue"/>
                <a:cs typeface="Helvetica Neue"/>
              </a:defRPr>
            </a:lvl8pPr>
            <a:lvl9pPr algn="l">
              <a:defRPr sz="2550" b="1">
                <a:solidFill>
                  <a:srgbClr val="FFFFFF"/>
                </a:solidFill>
                <a:latin typeface="Helvetica Neue"/>
                <a:ea typeface="Helvetica Neue"/>
                <a:cs typeface="Helvetica Neue"/>
              </a:defRPr>
            </a:lvl9pPr>
          </a:lstStyle>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План, который</a:t>
            </a:r>
          </a:p>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можно объяснить</a:t>
            </a:r>
          </a:p>
        </p:txBody>
      </p:sp>
      <p:sp>
        <p:nvSpPr>
          <p:cNvPr id="26" name="">
            <a:extLst xmlns:a="http://schemas.openxmlformats.org/drawingml/2006/main">
              <a:ext uri="{FF2B5EF4-FFF2-40B4-BE49-F238E27FC236}">
                <a16:creationId xmlns:a16="http://schemas.microsoft.com/office/drawing/2014/main" id="{7609067B-2A52-457F-8480-5DDD70ECD5A9}"/>
              </a:ext>
            </a:extLst>
          </p:cNvPr>
          <p:cNvSpPr>
            <a:spLocks xmlns:a="http://schemas.openxmlformats.org/drawingml/2006/main" noGrp="1"/>
          </p:cNvSpPr>
          <p:nvPr/>
        </p:nvSpPr>
        <p:spPr>
          <a:xfrm xmlns:a="http://schemas.openxmlformats.org/drawingml/2006/main">
            <a:off x="11334750" y="4695825"/>
            <a:ext cx="3295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Подходящие задания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Параметры сложности</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Причины выбора для родителя</a:t>
            </a:r>
          </a:p>
        </p:txBody>
      </p:sp>
      <p:cxnSp>
        <p:nvCxnSpPr>
          <p:cNvPr id="27" name="">
            <a:extLst xmlns:a="http://schemas.openxmlformats.org/drawingml/2006/main">
              <a:ext uri="{FF2B5EF4-FFF2-40B4-BE49-F238E27FC236}">
                <a16:creationId xmlns:a16="http://schemas.microsoft.com/office/drawing/2014/main" id="{BB4C4112-594C-4E9F-9A69-8B71E998C4B3}"/>
              </a:ext>
            </a:extLst>
          </p:cNvPr>
          <p:cNvCxnSpPr/>
          <p:nvPr/>
        </p:nvCxnSpPr>
        <p:spPr>
          <a:xfrm xmlns:a="http://schemas.openxmlformats.org/drawingml/2006/main">
            <a:off x="12982575" y="6124575"/>
            <a:ext cx="0" cy="428625"/>
          </a:xfrm>
          <a:prstGeom xmlns:a="http://schemas.openxmlformats.org/drawingml/2006/main" prst="straightConnector1">
            <a:avLst/>
          </a:prstGeom>
          <a:ln xmlns:a="http://schemas.openxmlformats.org/drawingml/2006/main" w="19050">
            <a:solidFill>
              <a:srgbClr val="8CD2B6"/>
            </a:solidFill>
          </a:ln>
        </p:spPr>
      </p:cxnSp>
      <p:cxnSp>
        <p:nvCxnSpPr>
          <p:cNvPr id="28" name="">
            <a:extLst xmlns:a="http://schemas.openxmlformats.org/drawingml/2006/main">
              <a:ext uri="{FF2B5EF4-FFF2-40B4-BE49-F238E27FC236}">
                <a16:creationId xmlns:a16="http://schemas.microsoft.com/office/drawing/2014/main" id="{FC4711D9-038F-408D-8BDE-F60DE64B69A3}"/>
              </a:ext>
            </a:extLst>
          </p:cNvPr>
          <p:cNvCxnSpPr/>
          <p:nvPr/>
        </p:nvCxnSpPr>
        <p:spPr>
          <a:xfrm xmlns:a="http://schemas.openxmlformats.org/drawingml/2006/main">
            <a:off x="2362200" y="6553200"/>
            <a:ext cx="10620375" cy="0"/>
          </a:xfrm>
          <a:prstGeom xmlns:a="http://schemas.openxmlformats.org/drawingml/2006/main" prst="straightConnector1">
            <a:avLst/>
          </a:prstGeom>
          <a:ln xmlns:a="http://schemas.openxmlformats.org/drawingml/2006/main" w="19050">
            <a:solidFill>
              <a:srgbClr val="8CD2B6"/>
            </a:solidFill>
            <a:headEnd type="arrow" w="med" len="med"/>
          </a:ln>
        </p:spPr>
      </p:cxnSp>
      <p:cxnSp>
        <p:nvCxnSpPr>
          <p:cNvPr id="29" name="">
            <a:extLst xmlns:a="http://schemas.openxmlformats.org/drawingml/2006/main">
              <a:ext uri="{FF2B5EF4-FFF2-40B4-BE49-F238E27FC236}">
                <a16:creationId xmlns:a16="http://schemas.microsoft.com/office/drawing/2014/main" id="{81293F30-E4D0-41CB-AB3D-6B99877DA12C}"/>
              </a:ext>
            </a:extLst>
          </p:cNvPr>
          <p:cNvCxnSpPr/>
          <p:nvPr/>
        </p:nvCxnSpPr>
        <p:spPr>
          <a:xfrm xmlns:a="http://schemas.openxmlformats.org/drawingml/2006/main">
            <a:off x="2362200" y="6124575"/>
            <a:ext cx="0" cy="428625"/>
          </a:xfrm>
          <a:prstGeom xmlns:a="http://schemas.openxmlformats.org/drawingml/2006/main" prst="straightConnector1">
            <a:avLst/>
          </a:prstGeom>
          <a:ln xmlns:a="http://schemas.openxmlformats.org/drawingml/2006/main" w="19050">
            <a:solidFill>
              <a:srgbClr val="8CD2B6"/>
            </a:solidFill>
            <a:headEnd type="arrow" w="med" len="med"/>
          </a:ln>
        </p:spPr>
      </p:cxnSp>
      <p:sp>
        <p:nvSpPr>
          <p:cNvPr id="30" name="">
            <a:extLst xmlns:a="http://schemas.openxmlformats.org/drawingml/2006/main">
              <a:ext uri="{FF2B5EF4-FFF2-40B4-BE49-F238E27FC236}">
                <a16:creationId xmlns:a16="http://schemas.microsoft.com/office/drawing/2014/main" id="{1C9695E8-C721-4C7E-AFF7-DC9E29B5395A}"/>
              </a:ext>
            </a:extLst>
          </p:cNvPr>
          <p:cNvSpPr>
            <a:spLocks xmlns:a="http://schemas.openxmlformats.org/drawingml/2006/main" noGrp="1"/>
          </p:cNvSpPr>
          <p:nvPr/>
        </p:nvSpPr>
        <p:spPr>
          <a:xfrm xmlns:a="http://schemas.openxmlformats.org/drawingml/2006/main">
            <a:off x="3810000" y="670560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8CD2B6"/>
                </a:solidFill>
                <a:latin typeface="Helvetica Neue"/>
                <a:ea typeface="Helvetica Neue"/>
                <a:cs typeface="Helvetica Neue"/>
              </a:defRPr>
            </a:defPPr>
            <a:lvl1pPr algn="ctr">
              <a:defRPr sz="1725" b="1">
                <a:solidFill>
                  <a:srgbClr val="8CD2B6"/>
                </a:solidFill>
                <a:latin typeface="Helvetica Neue"/>
                <a:ea typeface="Helvetica Neue"/>
                <a:cs typeface="Helvetica Neue"/>
              </a:defRPr>
            </a:lvl1pPr>
            <a:lvl2pPr algn="ctr">
              <a:defRPr sz="1725" b="1">
                <a:solidFill>
                  <a:srgbClr val="8CD2B6"/>
                </a:solidFill>
                <a:latin typeface="Helvetica Neue"/>
                <a:ea typeface="Helvetica Neue"/>
                <a:cs typeface="Helvetica Neue"/>
              </a:defRPr>
            </a:lvl2pPr>
            <a:lvl3pPr algn="ctr">
              <a:defRPr sz="1725" b="1">
                <a:solidFill>
                  <a:srgbClr val="8CD2B6"/>
                </a:solidFill>
                <a:latin typeface="Helvetica Neue"/>
                <a:ea typeface="Helvetica Neue"/>
                <a:cs typeface="Helvetica Neue"/>
              </a:defRPr>
            </a:lvl3pPr>
            <a:lvl4pPr algn="ctr">
              <a:defRPr sz="1725" b="1">
                <a:solidFill>
                  <a:srgbClr val="8CD2B6"/>
                </a:solidFill>
                <a:latin typeface="Helvetica Neue"/>
                <a:ea typeface="Helvetica Neue"/>
                <a:cs typeface="Helvetica Neue"/>
              </a:defRPr>
            </a:lvl4pPr>
            <a:lvl5pPr algn="ctr">
              <a:defRPr sz="1725" b="1">
                <a:solidFill>
                  <a:srgbClr val="8CD2B6"/>
                </a:solidFill>
                <a:latin typeface="Helvetica Neue"/>
                <a:ea typeface="Helvetica Neue"/>
                <a:cs typeface="Helvetica Neue"/>
              </a:defRPr>
            </a:lvl5pPr>
            <a:lvl6pPr algn="ctr">
              <a:defRPr sz="1725" b="1">
                <a:solidFill>
                  <a:srgbClr val="8CD2B6"/>
                </a:solidFill>
                <a:latin typeface="Helvetica Neue"/>
                <a:ea typeface="Helvetica Neue"/>
                <a:cs typeface="Helvetica Neue"/>
              </a:defRPr>
            </a:lvl6pPr>
            <a:lvl7pPr algn="ctr">
              <a:defRPr sz="1725" b="1">
                <a:solidFill>
                  <a:srgbClr val="8CD2B6"/>
                </a:solidFill>
                <a:latin typeface="Helvetica Neue"/>
                <a:ea typeface="Helvetica Neue"/>
                <a:cs typeface="Helvetica Neue"/>
              </a:defRPr>
            </a:lvl7pPr>
            <a:lvl8pPr algn="ctr">
              <a:defRPr sz="1725" b="1">
                <a:solidFill>
                  <a:srgbClr val="8CD2B6"/>
                </a:solidFill>
                <a:latin typeface="Helvetica Neue"/>
                <a:ea typeface="Helvetica Neue"/>
                <a:cs typeface="Helvetica Neue"/>
              </a:defRPr>
            </a:lvl8pPr>
            <a:lvl9pPr algn="ctr">
              <a:defRPr sz="1725" b="1">
                <a:solidFill>
                  <a:srgbClr val="8CD2B6"/>
                </a:solidFill>
                <a:latin typeface="Helvetica Neue"/>
                <a:ea typeface="Helvetica Neue"/>
                <a:cs typeface="Helvetica Neue"/>
              </a:defRPr>
            </a:lvl9pPr>
          </a:lstStyle>
          <a:p xmlns:a="http://schemas.openxmlformats.org/drawingml/2006/main">
            <a:pPr algn="ctr">
              <a:defRPr sz="1725" b="1">
                <a:solidFill>
                  <a:srgbClr val="8CD2B6"/>
                </a:solidFill>
                <a:latin typeface="Helvetica Neue"/>
                <a:ea typeface="Helvetica Neue"/>
                <a:cs typeface="Helvetica Neue"/>
              </a:defRPr>
            </a:pPr>
            <a:r>
              <a:rPr sz="1725" b="1">
                <a:solidFill>
                  <a:srgbClr val="8CD2B6"/>
                </a:solidFill>
                <a:latin typeface="Helvetica Neue"/>
                <a:ea typeface="Helvetica Neue"/>
                <a:cs typeface="Helvetica Neue"/>
              </a:rPr>
              <a:t>Новые ответы учитываются при подготовке следующего плана</a:t>
            </a:r>
          </a:p>
        </p:txBody>
      </p:sp>
      <p:sp>
        <p:nvSpPr>
          <p:cNvPr id="31" name="">
            <a:extLst xmlns:a="http://schemas.openxmlformats.org/drawingml/2006/main">
              <a:ext uri="{FF2B5EF4-FFF2-40B4-BE49-F238E27FC236}">
                <a16:creationId xmlns:a16="http://schemas.microsoft.com/office/drawing/2014/main" id="{63779BAA-C067-42AB-AA02-35DAE7723615}"/>
              </a:ext>
            </a:extLst>
          </p:cNvPr>
          <p:cNvSpPr>
            <a:spLocks xmlns:a="http://schemas.openxmlformats.org/drawingml/2006/main" noGrp="1"/>
          </p:cNvSpPr>
          <p:nvPr/>
        </p:nvSpPr>
        <p:spPr>
          <a:xfrm xmlns:a="http://schemas.openxmlformats.org/drawingml/2006/main">
            <a:off x="609600" y="7477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FFFFFF"/>
                </a:solidFill>
                <a:latin typeface="Helvetica Neue"/>
                <a:ea typeface="Helvetica Neue"/>
                <a:cs typeface="Helvetica Neue"/>
              </a:defRPr>
            </a:defPPr>
            <a:lvl1pPr algn="l">
              <a:defRPr sz="1950" b="1">
                <a:solidFill>
                  <a:srgbClr val="FFFFFF"/>
                </a:solidFill>
                <a:latin typeface="Helvetica Neue"/>
                <a:ea typeface="Helvetica Neue"/>
                <a:cs typeface="Helvetica Neue"/>
              </a:defRPr>
            </a:lvl1pPr>
            <a:lvl2pPr algn="l">
              <a:defRPr sz="1950" b="1">
                <a:solidFill>
                  <a:srgbClr val="FFFFFF"/>
                </a:solidFill>
                <a:latin typeface="Helvetica Neue"/>
                <a:ea typeface="Helvetica Neue"/>
                <a:cs typeface="Helvetica Neue"/>
              </a:defRPr>
            </a:lvl2pPr>
            <a:lvl3pPr algn="l">
              <a:defRPr sz="1950" b="1">
                <a:solidFill>
                  <a:srgbClr val="FFFFFF"/>
                </a:solidFill>
                <a:latin typeface="Helvetica Neue"/>
                <a:ea typeface="Helvetica Neue"/>
                <a:cs typeface="Helvetica Neue"/>
              </a:defRPr>
            </a:lvl3pPr>
            <a:lvl4pPr algn="l">
              <a:defRPr sz="1950" b="1">
                <a:solidFill>
                  <a:srgbClr val="FFFFFF"/>
                </a:solidFill>
                <a:latin typeface="Helvetica Neue"/>
                <a:ea typeface="Helvetica Neue"/>
                <a:cs typeface="Helvetica Neue"/>
              </a:defRPr>
            </a:lvl4pPr>
            <a:lvl5pPr algn="l">
              <a:defRPr sz="1950" b="1">
                <a:solidFill>
                  <a:srgbClr val="FFFFFF"/>
                </a:solidFill>
                <a:latin typeface="Helvetica Neue"/>
                <a:ea typeface="Helvetica Neue"/>
                <a:cs typeface="Helvetica Neue"/>
              </a:defRPr>
            </a:lvl5pPr>
            <a:lvl6pPr algn="l">
              <a:defRPr sz="1950" b="1">
                <a:solidFill>
                  <a:srgbClr val="FFFFFF"/>
                </a:solidFill>
                <a:latin typeface="Helvetica Neue"/>
                <a:ea typeface="Helvetica Neue"/>
                <a:cs typeface="Helvetica Neue"/>
              </a:defRPr>
            </a:lvl6pPr>
            <a:lvl7pPr algn="l">
              <a:defRPr sz="1950" b="1">
                <a:solidFill>
                  <a:srgbClr val="FFFFFF"/>
                </a:solidFill>
                <a:latin typeface="Helvetica Neue"/>
                <a:ea typeface="Helvetica Neue"/>
                <a:cs typeface="Helvetica Neue"/>
              </a:defRPr>
            </a:lvl7pPr>
            <a:lvl8pPr algn="l">
              <a:defRPr sz="1950" b="1">
                <a:solidFill>
                  <a:srgbClr val="FFFFFF"/>
                </a:solidFill>
                <a:latin typeface="Helvetica Neue"/>
                <a:ea typeface="Helvetica Neue"/>
                <a:cs typeface="Helvetica Neue"/>
              </a:defRPr>
            </a:lvl8pPr>
            <a:lvl9pPr algn="l">
              <a:defRPr sz="1950" b="1">
                <a:solidFill>
                  <a:srgbClr val="FFFFFF"/>
                </a:solidFill>
                <a:latin typeface="Helvetica Neue"/>
                <a:ea typeface="Helvetica Neue"/>
                <a:cs typeface="Helvetica Neue"/>
              </a:defRPr>
            </a:lvl9pPr>
          </a:lstStyle>
          <a:p xmlns:a="http://schemas.openxmlformats.org/drawingml/2006/main">
            <a:pPr algn="l">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Помощник родителя</a:t>
            </a:r>
          </a:p>
        </p:txBody>
      </p:sp>
      <p:sp>
        <p:nvSpPr>
          <p:cNvPr id="32" name="">
            <a:extLst xmlns:a="http://schemas.openxmlformats.org/drawingml/2006/main">
              <a:ext uri="{FF2B5EF4-FFF2-40B4-BE49-F238E27FC236}">
                <a16:creationId xmlns:a16="http://schemas.microsoft.com/office/drawing/2014/main" id="{DBB3E712-5C2F-41BD-8C6C-1019D988C538}"/>
              </a:ext>
            </a:extLst>
          </p:cNvPr>
          <p:cNvSpPr>
            <a:spLocks xmlns:a="http://schemas.openxmlformats.org/drawingml/2006/main" noGrp="1"/>
          </p:cNvSpPr>
          <p:nvPr/>
        </p:nvSpPr>
        <p:spPr>
          <a:xfrm xmlns:a="http://schemas.openxmlformats.org/drawingml/2006/main">
            <a:off x="4333875" y="74771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Вопрос</a:t>
            </a:r>
          </a:p>
        </p:txBody>
      </p:sp>
      <p:cxnSp>
        <p:nvCxnSpPr>
          <p:cNvPr id="33" name="">
            <a:extLst xmlns:a="http://schemas.openxmlformats.org/drawingml/2006/main">
              <a:ext uri="{FF2B5EF4-FFF2-40B4-BE49-F238E27FC236}">
                <a16:creationId xmlns:a16="http://schemas.microsoft.com/office/drawing/2014/main" id="{210D7EBD-D52F-45D6-9918-48650477D46A}"/>
              </a:ext>
            </a:extLst>
          </p:cNvPr>
          <p:cNvCxnSpPr/>
          <p:nvPr/>
        </p:nvCxnSpPr>
        <p:spPr>
          <a:xfrm xmlns:a="http://schemas.openxmlformats.org/drawingml/2006/main">
            <a:off x="548640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4" name="">
            <a:extLst xmlns:a="http://schemas.openxmlformats.org/drawingml/2006/main">
              <a:ext uri="{FF2B5EF4-FFF2-40B4-BE49-F238E27FC236}">
                <a16:creationId xmlns:a16="http://schemas.microsoft.com/office/drawing/2014/main" id="{6305033B-7FBF-4D20-84BE-620F400A64D6}"/>
              </a:ext>
            </a:extLst>
          </p:cNvPr>
          <p:cNvSpPr>
            <a:spLocks xmlns:a="http://schemas.openxmlformats.org/drawingml/2006/main" noGrp="1"/>
          </p:cNvSpPr>
          <p:nvPr/>
        </p:nvSpPr>
        <p:spPr>
          <a:xfrm xmlns:a="http://schemas.openxmlformats.org/drawingml/2006/main">
            <a:off x="6143625" y="7477125"/>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Проверка темы</a:t>
            </a:r>
          </a:p>
        </p:txBody>
      </p:sp>
      <p:cxnSp>
        <p:nvCxnSpPr>
          <p:cNvPr id="35" name="">
            <a:extLst xmlns:a="http://schemas.openxmlformats.org/drawingml/2006/main">
              <a:ext uri="{FF2B5EF4-FFF2-40B4-BE49-F238E27FC236}">
                <a16:creationId xmlns:a16="http://schemas.microsoft.com/office/drawing/2014/main" id="{9F81B4C1-112A-4CAF-8447-1554CD21873E}"/>
              </a:ext>
            </a:extLst>
          </p:cNvPr>
          <p:cNvCxnSpPr/>
          <p:nvPr/>
        </p:nvCxnSpPr>
        <p:spPr>
          <a:xfrm xmlns:a="http://schemas.openxmlformats.org/drawingml/2006/main">
            <a:off x="821055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6" name="">
            <a:extLst xmlns:a="http://schemas.openxmlformats.org/drawingml/2006/main">
              <a:ext uri="{FF2B5EF4-FFF2-40B4-BE49-F238E27FC236}">
                <a16:creationId xmlns:a16="http://schemas.microsoft.com/office/drawing/2014/main" id="{C308372F-4EEB-48E5-9BD8-862D80C31167}"/>
              </a:ext>
            </a:extLst>
          </p:cNvPr>
          <p:cNvSpPr>
            <a:spLocks xmlns:a="http://schemas.openxmlformats.org/drawingml/2006/main" noGrp="1"/>
          </p:cNvSpPr>
          <p:nvPr/>
        </p:nvSpPr>
        <p:spPr>
          <a:xfrm xmlns:a="http://schemas.openxmlformats.org/drawingml/2006/main">
            <a:off x="8858250" y="74771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Готовая рекомендация</a:t>
            </a:r>
          </a:p>
        </p:txBody>
      </p:sp>
      <p:sp>
        <p:nvSpPr>
          <p:cNvPr id="37" name="">
            <a:extLst xmlns:a="http://schemas.openxmlformats.org/drawingml/2006/main">
              <a:ext uri="{FF2B5EF4-FFF2-40B4-BE49-F238E27FC236}">
                <a16:creationId xmlns:a16="http://schemas.microsoft.com/office/drawing/2014/main" id="{21795347-5F36-4E3F-B892-8252A78FF7A1}"/>
              </a:ext>
            </a:extLst>
          </p:cNvPr>
          <p:cNvSpPr>
            <a:spLocks xmlns:a="http://schemas.openxmlformats.org/drawingml/2006/main" noGrp="1"/>
          </p:cNvSpPr>
          <p:nvPr/>
        </p:nvSpPr>
        <p:spPr>
          <a:xfrm xmlns:a="http://schemas.openxmlformats.org/drawingml/2006/main">
            <a:off x="4333875" y="79152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BED0DA"/>
                </a:solidFill>
                <a:latin typeface="Helvetica Neue"/>
                <a:ea typeface="Helvetica Neue"/>
                <a:cs typeface="Helvetica Neue"/>
              </a:defRPr>
            </a:defPPr>
            <a:lvl1pPr algn="l">
              <a:defRPr sz="1500" b="0">
                <a:solidFill>
                  <a:srgbClr val="BED0DA"/>
                </a:solidFill>
                <a:latin typeface="Helvetica Neue"/>
                <a:ea typeface="Helvetica Neue"/>
                <a:cs typeface="Helvetica Neue"/>
              </a:defRPr>
            </a:lvl1pPr>
            <a:lvl2pPr algn="l">
              <a:defRPr sz="1500" b="0">
                <a:solidFill>
                  <a:srgbClr val="BED0DA"/>
                </a:solidFill>
                <a:latin typeface="Helvetica Neue"/>
                <a:ea typeface="Helvetica Neue"/>
                <a:cs typeface="Helvetica Neue"/>
              </a:defRPr>
            </a:lvl2pPr>
            <a:lvl3pPr algn="l">
              <a:defRPr sz="1500" b="0">
                <a:solidFill>
                  <a:srgbClr val="BED0DA"/>
                </a:solidFill>
                <a:latin typeface="Helvetica Neue"/>
                <a:ea typeface="Helvetica Neue"/>
                <a:cs typeface="Helvetica Neue"/>
              </a:defRPr>
            </a:lvl3pPr>
            <a:lvl4pPr algn="l">
              <a:defRPr sz="1500" b="0">
                <a:solidFill>
                  <a:srgbClr val="BED0DA"/>
                </a:solidFill>
                <a:latin typeface="Helvetica Neue"/>
                <a:ea typeface="Helvetica Neue"/>
                <a:cs typeface="Helvetica Neue"/>
              </a:defRPr>
            </a:lvl4pPr>
            <a:lvl5pPr algn="l">
              <a:defRPr sz="1500" b="0">
                <a:solidFill>
                  <a:srgbClr val="BED0DA"/>
                </a:solidFill>
                <a:latin typeface="Helvetica Neue"/>
                <a:ea typeface="Helvetica Neue"/>
                <a:cs typeface="Helvetica Neue"/>
              </a:defRPr>
            </a:lvl5pPr>
            <a:lvl6pPr algn="l">
              <a:defRPr sz="1500" b="0">
                <a:solidFill>
                  <a:srgbClr val="BED0DA"/>
                </a:solidFill>
                <a:latin typeface="Helvetica Neue"/>
                <a:ea typeface="Helvetica Neue"/>
                <a:cs typeface="Helvetica Neue"/>
              </a:defRPr>
            </a:lvl6pPr>
            <a:lvl7pPr algn="l">
              <a:defRPr sz="1500" b="0">
                <a:solidFill>
                  <a:srgbClr val="BED0DA"/>
                </a:solidFill>
                <a:latin typeface="Helvetica Neue"/>
                <a:ea typeface="Helvetica Neue"/>
                <a:cs typeface="Helvetica Neue"/>
              </a:defRPr>
            </a:lvl7pPr>
            <a:lvl8pPr algn="l">
              <a:defRPr sz="1500" b="0">
                <a:solidFill>
                  <a:srgbClr val="BED0DA"/>
                </a:solidFill>
                <a:latin typeface="Helvetica Neue"/>
                <a:ea typeface="Helvetica Neue"/>
                <a:cs typeface="Helvetica Neue"/>
              </a:defRPr>
            </a:lvl8pPr>
            <a:lvl9pPr algn="l">
              <a:defRPr sz="1500" b="0">
                <a:solidFill>
                  <a:srgbClr val="BED0DA"/>
                </a:solidFill>
                <a:latin typeface="Helvetica Neue"/>
                <a:ea typeface="Helvetica Neue"/>
                <a:cs typeface="Helvetica Neue"/>
              </a:defRPr>
            </a:lvl9pPr>
          </a:lstStyle>
          <a:p xmlns:a="http://schemas.openxmlformats.org/drawingml/2006/main">
            <a:pPr algn="l">
              <a:defRPr sz="1500" b="0">
                <a:solidFill>
                  <a:srgbClr val="BED0DA"/>
                </a:solidFill>
                <a:latin typeface="Helvetica Neue"/>
                <a:ea typeface="Helvetica Neue"/>
                <a:cs typeface="Helvetica Neue"/>
              </a:defRPr>
            </a:pPr>
            <a:r>
              <a:rPr sz="1500" b="0">
                <a:solidFill>
                  <a:srgbClr val="BED0DA"/>
                </a:solidFill>
                <a:latin typeface="Helvetica Neue"/>
                <a:ea typeface="Helvetica Neue"/>
                <a:cs typeface="Helvetica Neue"/>
              </a:rPr>
              <a:t>При признаках риска: обращение к специалисту</a:t>
            </a:r>
          </a:p>
        </p:txBody>
      </p:sp>
    </p:spTree>
    <p:extLst>
      <p:ext uri="{BB962C8B-B14F-4D97-AF65-F5344CB8AC3E}">
        <p14:creationId xmlns:p14="http://schemas.microsoft.com/office/powerpoint/2010/main" val="6435646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2026-10-17T17:58:49.5880000Z</dcterms:created>
  <dcterms:modified xsi:type="dcterms:W3CDTF">2026-10-17T17:58:49.5880000Z</dcterms:modified>
</coreProperties>
</file>