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</c:v>
                </c:pt>
                <c:pt idx="1">
                  <c:v>1.142857</c:v>
                </c:pt>
                <c:pt idx="2">
                  <c:v>1.285714</c:v>
                </c:pt>
                <c:pt idx="3">
                  <c:v>1.428571</c:v>
                </c:pt>
                <c:pt idx="4">
                  <c:v>1.571429</c:v>
                </c:pt>
                <c:pt idx="5">
                  <c:v>1.714286</c:v>
                </c:pt>
                <c:pt idx="6">
                  <c:v>1.857143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88.57</c:v>
                </c:pt>
                <c:pt idx="1">
                  <c:v>11.43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Показатель</c:v>
                </c:pt>
                <c:pt idx="1">
                  <c:v>Остаток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83.33</c:v>
                </c:pt>
                <c:pt idx="1">
                  <c:v>16.67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  <c:pt idx="5">
                  <c:v>80</c:v>
                </c:pt>
              </c:numCache>
            </c:numRef>
          </c:xVal>
          <c:yVal>
            <c:numRef>
              <c:f>'Chart Data'!$B$2:$B$7</c:f>
              <c:numCache>
                <c:formatCode>#,##0</c:formatCode>
                <c:ptCount val="6"/>
                <c:pt idx="0">
                  <c:v>20000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60000</c:v>
                </c:pt>
                <c:pt idx="5">
                  <c:v>90000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40000</c:v>
                </c:pt>
                <c:pt idx="1">
                  <c:v>120000</c:v>
                </c:pt>
                <c:pt idx="2">
                  <c:v>240000</c:v>
                </c:pt>
              </c:numCache>
            </c:numRef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240000</c:v>
                </c:pt>
                <c:pt idx="1">
                  <c:v>720000</c:v>
                </c:pt>
                <c:pt idx="2">
                  <c:v>1440000</c:v>
                </c:pt>
              </c:numCache>
            </c:numRef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10 организаций</c:v>
                </c:pt>
                <c:pt idx="1">
                  <c:v>30 организаций</c:v>
                </c:pt>
                <c:pt idx="2">
                  <c:v>60 организаций</c:v>
                </c:pt>
              </c:strCache>
            </c:strRef>
          </c:cat>
          <c:val>
            <c:numRef>
              <c:f>'Chart Data'!$F$2:$F$4</c:f>
              <c:numCache>
                <c:formatCode>#,##0</c:formatCode>
                <c:ptCount val="3"/>
                <c:pt idx="0">
                  <c:v>180000</c:v>
                </c:pt>
                <c:pt idx="1">
                  <c:v>540000</c:v>
                </c:pt>
                <c:pt idx="2">
                  <c:v>1080000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958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191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ctr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04862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ctr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