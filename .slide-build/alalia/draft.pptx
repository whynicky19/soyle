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29ed3b308ef427c" /><Relationship Type="http://schemas.openxmlformats.org/officeDocument/2006/relationships/extended-properties" Target="/docProps/app.xml" Id="R9ee42f622cb34372" /><Relationship Type="http://schemas.openxmlformats.org/officeDocument/2006/relationships/officeDocument" Target="/ppt/presentation.xml" Id="R8ea1197430a74a40" /></Relationships>
</file>

<file path=ppt/presentation.xml><?xml version="1.0" encoding="utf-8"?>
<p:presentation xmlns:p="http://schemas.openxmlformats.org/presentationml/2006/main">
  <p:sldMasterIdLst>
    <p:sldMasterId xmlns:r="http://schemas.openxmlformats.org/officeDocument/2006/relationships" id="2147483648" r:id="R269ee908dc554305"/>
  </p:sldMasterIdLst>
  <p:notesMasterIdLst>
    <p:notesMasterId xmlns:r="http://schemas.openxmlformats.org/officeDocument/2006/relationships" r:id="R5b833a040cff4ebd"/>
  </p:notesMasterIdLst>
  <p:sldIdLst>
    <p:sldId xmlns:r="http://schemas.openxmlformats.org/officeDocument/2006/relationships" id="256" r:id="Rb4aa1169b4c4476a"/>
    <p:sldId xmlns:r="http://schemas.openxmlformats.org/officeDocument/2006/relationships" id="257" r:id="R710bec7a1bb9411b"/>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f4061e3bce44635" /><Relationship Type="http://schemas.openxmlformats.org/officeDocument/2006/relationships/slideMaster" Target="/ppt/slideMasters/slideMaster1.xml" Id="R269ee908dc554305" /><Relationship Type="http://schemas.openxmlformats.org/officeDocument/2006/relationships/notesMaster" Target="/ppt/notesMasters/notesMaster1.xml" Id="R5b833a040cff4ebd" /><Relationship Type="http://schemas.openxmlformats.org/officeDocument/2006/relationships/presProps" Target="/ppt/presProps.xml" Id="R6b26390d976143cb" /><Relationship Type="http://schemas.openxmlformats.org/officeDocument/2006/relationships/tableStyles" Target="/ppt/tableStyles.xml" Id="R7e9f5e3d023541aa" /><Relationship Type="http://schemas.openxmlformats.org/officeDocument/2006/relationships/slide" Target="/ppt/slides/slide1.xml" Id="Rb4aa1169b4c4476a" /><Relationship Type="http://schemas.openxmlformats.org/officeDocument/2006/relationships/slide" Target="/ppt/slides/slide2.xml" Id="R710bec7a1bb941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01d3c7a1e345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2b2a522d1a44ca" /><Relationship Type="http://schemas.openxmlformats.org/officeDocument/2006/relationships/notesMaster" Target="/ppt/notesMasters/notesMaster1.xml" Id="Rde8a2ced74534a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edeb5ce0744707" /><Relationship Type="http://schemas.openxmlformats.org/officeDocument/2006/relationships/notesMaster" Target="/ppt/notesMasters/notesMaster1.xml" Id="R6f9a6acc0a654a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Схема фактических процессов по локальной версии проекта на 17.10.2026. Источники: frontend/components/SoyleApp.tsx (AuthScreen, ChildOnboarding, startDailySession, startPreparedPlan, saveSession, PhraseGame, ProgressScreen, ParentScreen); frontend/components/GoalsAndPractice.tsx; backend/app/main.py (auth, children, consents, session_plan, learning_sessions, sessions, progress); frontend/lib/sessionRuntime.ts; frontend/lib/aacGrammar.ts; backend/app/aac_grammar.py. Проверены лендинг и кабинет родителя в локальном браузере. Быстрый план и адаптивный план являются отдельными маршрутами. Быстрый выбирает реже использованные задания и чередует модули, адаптивный требует активных целей. 3/5/10 минут соответствуют целевому числу 2/3/5 заданий при достаточном каталоге, это ориентир длительности. При отсутствии подходящих заданий адаптивный план выводит уведомление, случайной замены нет. В начале занятия пользователь может продолжить существующую сессию. Отказ завершает отдельную попытку без штрафа, перерыв позволяет возобновление. Результат сенсорной игры вычисляет сервер, AAC фиксирует участие без оценки речи. Бытовые наблюдения хранятся отдельно. Озвучивание использует готовые аудиофайлы, системный голос или локальный TTS. Контент в деморежиме ещё требует независимой методической и accessibility-проверки перед пилотом. Специалист отключён как действующая роль. Моторный прототип не входит в публичный каталог.</a:t>
            </a:r>
          </a:p>
          <a:p xmlns:a="http://schemas.openxmlformats.org/drawingml/2006/main">
            <a:r>
              <a:t>Иллюстрация: сгенерированный визуальный материал output/assets/Soyle_family_AAC.png. Редизайн по самостоятельному стилю Söyle, без копирования пользовательского примера. Схема сокращена до пяти последовательных этапов, быстрый и адаптивный сценарии сохранены. Регистрация родителя и вход по логину/PIN ребёнка раскрываются при устном представлении. Изображение сгенерировано встроенным image_gen: вымышленная мама и ребёнок занимаются с AAC-карточками дома. Это не скриншот интерфейса и не документальная фотография пользователей.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Источники: backend/app/adaptive_planner.py, backend/app/ai_assistant.py, backend/app/exercise_engine.py, backend/app/practice_goals.py, backend/app/main.py (/api/adaptive-plans, /api/ai/ask, /api/ai/plan); frontend/lib/motorDetection.ts; frontend/components/SoyleApp.tsx (MotorGame). Это локальные серверные правила, а не обучение модели на данных ребёнка. Нет внешнего AI SDK, AI API или использования токенов. Помощник выбирает готовые ответы по ключевым словам в приоритетном порядке: признаки риска, отказ/усталость/перерыв, AAC/карточки/просьба, общая памятка. Он не анализирует индивидуальную историю ребёнка: в answer_parent передаётся только вопрос. Адаптивный планировщик берёт до 8 завершённых результатов с response_owner=child и support_context independent/caregiver_supported, attempts_count&gt;0. Веса линейные: 2.0 у нового результата, 1.0 у старого. Точность считается по доле правильных ответов внутри каждого результата, затем взвешивается. Уровень 2: не менее 3 результатов, точность &gt;=76%, не менее 3 самостоятельных завершений, самостоятельность &gt;=50%. Уровень 3: не менее 6 результатов, точность &gt;=88%, не менее 3 самостоятельных завершений, самостоятельность &gt;=80%. Последнее бытовое наблюдение with_help возвращает уровень 1 и не превращается в игровой балл. Доступные параметры берутся из версии упражнения. Сначала планировщик покрывает разные цели, затем заполняет план уникальными упражнениями. Порядок: новые, реже назначенные, предпочтения, давность. Сохраняет версии целей и упражнений, параметры, версию правил и причины. Новая попытка меняет следующий сгенерированный план, не текущий. Если нет активных целей или разрешённых упражнений, выдаёт уведомление. Обычный быстрый /api/session-plan использует отдельную ротацию без этих порогов. Нейросетевой прототип MediaPipe: согласие и камера, локальная модель FaceLandmarker, калибровка нейтрального лица, blendshapes, абсолютный порог и изменение относительно базы, 6 последовательных совпадений, обратная связь о движении. Видео и координаты не сохраняются и не передаются на сервер. local_face_mirror исключён в published_exercise_rows, поэтому это не действующая публичная функция. Демоконтент не следует представлять как независимо проверенную лечебную программу. Диагностики и распознавания речи нет.</a:t>
            </a:r>
          </a:p>
          <a:p xmlns:a="http://schemas.openxmlformats.org/drawingml/2006/main">
            <a:r>
              <a:t>Основной рисунок показывает адаптивный подбор. Нижняя ветка кратко показывает независимый локальный помощник родителя. Внешняя нейросеть не используется. Фактически нейросетевой MediaPipe является отдельным исключённым из публичного каталога прототипом, поэтому не изображён как работающая часть публичного сценария. Внутренние правила подбора показаны редактируемыми объектами. При недостатке данных сохраняется начальный уровень. Отказы, перерывы и технические ошибки не входят в расчёт точности. Система не ставит диагноз.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4476d6eca0402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7bb118def214f7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fd3065fef764bf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0ed1da860a143c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83298849784449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30ae2d5749146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F404D5-75E3-4BE7-BC7C-13B16F5AA687}"/>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C4A44FD-DD16-4EE6-B96F-F37AAA5B1AE3}"/>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7C00F1B-2A83-40F9-93F7-574A55D36AB6}"/>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D8FE918-F0A9-4933-8182-D049FFEA1C4D}"/>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427FFC2-5FB4-45D6-979A-EE2CD423D255}"/>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DF0997B-67BA-4D0D-A086-53A7DE672AC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2D3E5D-FBA2-4B37-A170-134BF787E5A1}"/>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4A7ED9F-7B51-430F-A2EC-7CE3086D9EFC}"/>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CDE9C0-4880-4446-9504-50A2A692E243}"/>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73420B9-E491-4B63-93C0-F5F0A7CA3B03}"/>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d4a6200ef014b19" /><Relationship Type="http://schemas.openxmlformats.org/officeDocument/2006/relationships/slideLayout" Target="/ppt/slideLayouts/slideLayout1.xml" Id="R2930893de47a4e14" /><Relationship Type="http://schemas.openxmlformats.org/officeDocument/2006/relationships/slideLayout" Target="/ppt/slideLayouts/slideLayout2.xml" Id="R93002427ccd941c8" /><Relationship Type="http://schemas.openxmlformats.org/officeDocument/2006/relationships/slideLayout" Target="/ppt/slideLayouts/slideLayout3.xml" Id="R42381448e21341b2" /><Relationship Type="http://schemas.openxmlformats.org/officeDocument/2006/relationships/slideLayout" Target="/ppt/slideLayouts/slideLayout4.xml" Id="R7dc83b6fa7df4075" /><Relationship Type="http://schemas.openxmlformats.org/officeDocument/2006/relationships/slideLayout" Target="/ppt/slideLayouts/slideLayout5.xml" Id="R0c339ad5bf254600" /><Relationship Type="http://schemas.openxmlformats.org/officeDocument/2006/relationships/slideLayout" Target="/ppt/slideLayouts/slideLayout6.xml" Id="R1355d718113a46c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30893de47a4e14"/>
    <p:sldLayoutId xmlns:r="http://schemas.openxmlformats.org/officeDocument/2006/relationships" id="2147483650" r:id="R93002427ccd941c8"/>
    <p:sldLayoutId xmlns:r="http://schemas.openxmlformats.org/officeDocument/2006/relationships" id="2147483651" r:id="R42381448e21341b2"/>
    <p:sldLayoutId xmlns:r="http://schemas.openxmlformats.org/officeDocument/2006/relationships" id="2147483652" r:id="R7dc83b6fa7df4075"/>
    <p:sldLayoutId xmlns:r="http://schemas.openxmlformats.org/officeDocument/2006/relationships" id="2147483653" r:id="R0c339ad5bf254600"/>
    <p:sldLayoutId xmlns:r="http://schemas.openxmlformats.org/officeDocument/2006/relationships" id="2147483654" r:id="R1355d718113a46c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c869af8fc114ad3" /><Relationship Type="http://schemas.openxmlformats.org/officeDocument/2006/relationships/image" Target="/ppt/media/image.png" Id="R0372677d1663472b" /><Relationship Type="http://schemas.openxmlformats.org/officeDocument/2006/relationships/notesSlide" Target="/ppt/notesSlides/notesSlide1.xml" Id="R5e6fd897eff6406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35282ae45d447ee" /><Relationship Type="http://schemas.openxmlformats.org/officeDocument/2006/relationships/notesSlide" Target="/ppt/notesSlides/notesSlide2.xml" Id="Ra772c824197c4f30" /></Relationships>
</file>

<file path=ppt/slides/slide1.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944042CC-8A6A-4386-8891-67F11D6FE2D5}"/>
              </a:ext>
            </a:extLst>
          </p:cNvPr>
          <p:cNvSpPr>
            <a:spLocks xmlns:a="http://schemas.openxmlformats.org/drawingml/2006/main" noGrp="1"/>
          </p:cNvSpPr>
          <p:nvPr/>
        </p:nvSpPr>
        <p:spPr>
          <a:xfrm xmlns:a="http://schemas.openxmlformats.org/drawingml/2006/main">
            <a:off x="609600" y="333375"/>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1">
                <a:solidFill>
                  <a:srgbClr val="1B6A91"/>
                </a:solidFill>
                <a:latin typeface="Helvetica Neue"/>
                <a:ea typeface="Helvetica Neue"/>
                <a:cs typeface="Helvetica Neue"/>
              </a:defRPr>
            </a:defPPr>
            <a:lvl1pPr algn="l">
              <a:defRPr sz="2400" b="1">
                <a:solidFill>
                  <a:srgbClr val="1B6A91"/>
                </a:solidFill>
                <a:latin typeface="Helvetica Neue"/>
                <a:ea typeface="Helvetica Neue"/>
                <a:cs typeface="Helvetica Neue"/>
              </a:defRPr>
            </a:lvl1pPr>
            <a:lvl2pPr algn="l">
              <a:defRPr sz="2400" b="1">
                <a:solidFill>
                  <a:srgbClr val="1B6A91"/>
                </a:solidFill>
                <a:latin typeface="Helvetica Neue"/>
                <a:ea typeface="Helvetica Neue"/>
                <a:cs typeface="Helvetica Neue"/>
              </a:defRPr>
            </a:lvl2pPr>
            <a:lvl3pPr algn="l">
              <a:defRPr sz="2400" b="1">
                <a:solidFill>
                  <a:srgbClr val="1B6A91"/>
                </a:solidFill>
                <a:latin typeface="Helvetica Neue"/>
                <a:ea typeface="Helvetica Neue"/>
                <a:cs typeface="Helvetica Neue"/>
              </a:defRPr>
            </a:lvl3pPr>
            <a:lvl4pPr algn="l">
              <a:defRPr sz="2400" b="1">
                <a:solidFill>
                  <a:srgbClr val="1B6A91"/>
                </a:solidFill>
                <a:latin typeface="Helvetica Neue"/>
                <a:ea typeface="Helvetica Neue"/>
                <a:cs typeface="Helvetica Neue"/>
              </a:defRPr>
            </a:lvl4pPr>
            <a:lvl5pPr algn="l">
              <a:defRPr sz="2400" b="1">
                <a:solidFill>
                  <a:srgbClr val="1B6A91"/>
                </a:solidFill>
                <a:latin typeface="Helvetica Neue"/>
                <a:ea typeface="Helvetica Neue"/>
                <a:cs typeface="Helvetica Neue"/>
              </a:defRPr>
            </a:lvl5pPr>
            <a:lvl6pPr algn="l">
              <a:defRPr sz="2400" b="1">
                <a:solidFill>
                  <a:srgbClr val="1B6A91"/>
                </a:solidFill>
                <a:latin typeface="Helvetica Neue"/>
                <a:ea typeface="Helvetica Neue"/>
                <a:cs typeface="Helvetica Neue"/>
              </a:defRPr>
            </a:lvl6pPr>
            <a:lvl7pPr algn="l">
              <a:defRPr sz="2400" b="1">
                <a:solidFill>
                  <a:srgbClr val="1B6A91"/>
                </a:solidFill>
                <a:latin typeface="Helvetica Neue"/>
                <a:ea typeface="Helvetica Neue"/>
                <a:cs typeface="Helvetica Neue"/>
              </a:defRPr>
            </a:lvl7pPr>
            <a:lvl8pPr algn="l">
              <a:defRPr sz="2400" b="1">
                <a:solidFill>
                  <a:srgbClr val="1B6A91"/>
                </a:solidFill>
                <a:latin typeface="Helvetica Neue"/>
                <a:ea typeface="Helvetica Neue"/>
                <a:cs typeface="Helvetica Neue"/>
              </a:defRPr>
            </a:lvl8pPr>
            <a:lvl9pPr algn="l">
              <a:defRPr sz="2400" b="1">
                <a:solidFill>
                  <a:srgbClr val="1B6A91"/>
                </a:solidFill>
                <a:latin typeface="Helvetica Neue"/>
                <a:ea typeface="Helvetica Neue"/>
                <a:cs typeface="Helvetica Neue"/>
              </a:defRPr>
            </a:lvl9pPr>
          </a:lstStyle>
          <a:p xmlns:a="http://schemas.openxmlformats.org/drawingml/2006/main">
            <a:pPr algn="l">
              <a:defRPr sz="2400" b="1">
                <a:solidFill>
                  <a:srgbClr val="1B6A91"/>
                </a:solidFill>
                <a:latin typeface="Helvetica Neue"/>
                <a:ea typeface="Helvetica Neue"/>
                <a:cs typeface="Helvetica Neue"/>
              </a:defRPr>
            </a:pPr>
            <a:r>
              <a:rPr sz="2400" b="1">
                <a:solidFill>
                  <a:srgbClr val="1B6A91"/>
                </a:solidFill>
                <a:latin typeface="Helvetica Neue"/>
                <a:ea typeface="Helvetica Neue"/>
                <a:cs typeface="Helvetica Neue"/>
              </a:rPr>
              <a:t>Söyle</a:t>
            </a:r>
          </a:p>
        </p:txBody>
      </p:sp>
      <p:sp>
        <p:nvSpPr>
          <p:cNvPr id="2" name="">
            <a:extLst xmlns:a="http://schemas.openxmlformats.org/drawingml/2006/main">
              <a:ext uri="{FF2B5EF4-FFF2-40B4-BE49-F238E27FC236}">
                <a16:creationId xmlns:a16="http://schemas.microsoft.com/office/drawing/2014/main" id="{30D58B55-7296-40EE-BF10-1112FB7334A6}"/>
              </a:ext>
            </a:extLst>
          </p:cNvPr>
          <p:cNvSpPr>
            <a:spLocks xmlns:a="http://schemas.openxmlformats.org/drawingml/2006/main" noGrp="1"/>
          </p:cNvSpPr>
          <p:nvPr/>
        </p:nvSpPr>
        <p:spPr>
          <a:xfrm xmlns:a="http://schemas.openxmlformats.org/drawingml/2006/main">
            <a:off x="1866900" y="45720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050" b="1">
                <a:solidFill>
                  <a:srgbClr val="607581"/>
                </a:solidFill>
                <a:latin typeface="Helvetica Neue"/>
                <a:ea typeface="Helvetica Neue"/>
                <a:cs typeface="Helvetica Neue"/>
              </a:defRPr>
            </a:defPPr>
            <a:lvl1pPr algn="l">
              <a:defRPr sz="1050" b="1">
                <a:solidFill>
                  <a:srgbClr val="607581"/>
                </a:solidFill>
                <a:latin typeface="Helvetica Neue"/>
                <a:ea typeface="Helvetica Neue"/>
                <a:cs typeface="Helvetica Neue"/>
              </a:defRPr>
            </a:lvl1pPr>
            <a:lvl2pPr algn="l">
              <a:defRPr sz="1050" b="1">
                <a:solidFill>
                  <a:srgbClr val="607581"/>
                </a:solidFill>
                <a:latin typeface="Helvetica Neue"/>
                <a:ea typeface="Helvetica Neue"/>
                <a:cs typeface="Helvetica Neue"/>
              </a:defRPr>
            </a:lvl2pPr>
            <a:lvl3pPr algn="l">
              <a:defRPr sz="1050" b="1">
                <a:solidFill>
                  <a:srgbClr val="607581"/>
                </a:solidFill>
                <a:latin typeface="Helvetica Neue"/>
                <a:ea typeface="Helvetica Neue"/>
                <a:cs typeface="Helvetica Neue"/>
              </a:defRPr>
            </a:lvl3pPr>
            <a:lvl4pPr algn="l">
              <a:defRPr sz="1050" b="1">
                <a:solidFill>
                  <a:srgbClr val="607581"/>
                </a:solidFill>
                <a:latin typeface="Helvetica Neue"/>
                <a:ea typeface="Helvetica Neue"/>
                <a:cs typeface="Helvetica Neue"/>
              </a:defRPr>
            </a:lvl4pPr>
            <a:lvl5pPr algn="l">
              <a:defRPr sz="1050" b="1">
                <a:solidFill>
                  <a:srgbClr val="607581"/>
                </a:solidFill>
                <a:latin typeface="Helvetica Neue"/>
                <a:ea typeface="Helvetica Neue"/>
                <a:cs typeface="Helvetica Neue"/>
              </a:defRPr>
            </a:lvl5pPr>
            <a:lvl6pPr algn="l">
              <a:defRPr sz="1050" b="1">
                <a:solidFill>
                  <a:srgbClr val="607581"/>
                </a:solidFill>
                <a:latin typeface="Helvetica Neue"/>
                <a:ea typeface="Helvetica Neue"/>
                <a:cs typeface="Helvetica Neue"/>
              </a:defRPr>
            </a:lvl6pPr>
            <a:lvl7pPr algn="l">
              <a:defRPr sz="1050" b="1">
                <a:solidFill>
                  <a:srgbClr val="607581"/>
                </a:solidFill>
                <a:latin typeface="Helvetica Neue"/>
                <a:ea typeface="Helvetica Neue"/>
                <a:cs typeface="Helvetica Neue"/>
              </a:defRPr>
            </a:lvl7pPr>
            <a:lvl8pPr algn="l">
              <a:defRPr sz="1050" b="1">
                <a:solidFill>
                  <a:srgbClr val="607581"/>
                </a:solidFill>
                <a:latin typeface="Helvetica Neue"/>
                <a:ea typeface="Helvetica Neue"/>
                <a:cs typeface="Helvetica Neue"/>
              </a:defRPr>
            </a:lvl8pPr>
            <a:lvl9pPr algn="l">
              <a:defRPr sz="1050" b="1">
                <a:solidFill>
                  <a:srgbClr val="607581"/>
                </a:solidFill>
                <a:latin typeface="Helvetica Neue"/>
                <a:ea typeface="Helvetica Neue"/>
                <a:cs typeface="Helvetica Neue"/>
              </a:defRPr>
            </a:lvl9pPr>
          </a:lstStyle>
          <a:p xmlns:a="http://schemas.openxmlformats.org/drawingml/2006/main">
            <a:pPr algn="l">
              <a:defRPr sz="1050" b="1">
                <a:solidFill>
                  <a:srgbClr val="607581"/>
                </a:solidFill>
                <a:latin typeface="Helvetica Neue"/>
                <a:ea typeface="Helvetica Neue"/>
                <a:cs typeface="Helvetica Neue"/>
              </a:defRPr>
            </a:pPr>
            <a:r>
              <a:rPr sz="1050" b="1">
                <a:solidFill>
                  <a:srgbClr val="607581"/>
                </a:solidFill>
                <a:latin typeface="Helvetica Neue"/>
                <a:ea typeface="Helvetica Neue"/>
                <a:cs typeface="Helvetica Neue"/>
              </a:rPr>
              <a:t>ОБЩЕНИЕ И ПРАКТИКА</a:t>
            </a:r>
          </a:p>
        </p:txBody>
      </p:sp>
      <p:sp>
        <p:nvSpPr>
          <p:cNvPr id="3" name="">
            <a:extLst xmlns:a="http://schemas.openxmlformats.org/drawingml/2006/main">
              <a:ext uri="{FF2B5EF4-FFF2-40B4-BE49-F238E27FC236}">
                <a16:creationId xmlns:a16="http://schemas.microsoft.com/office/drawing/2014/main" id="{6EAB553D-01CF-471A-AE9A-FF985E55CDD9}"/>
              </a:ext>
            </a:extLst>
          </p:cNvPr>
          <p:cNvSpPr>
            <a:spLocks xmlns:a="http://schemas.openxmlformats.org/drawingml/2006/main" noGrp="1"/>
          </p:cNvSpPr>
          <p:nvPr/>
        </p:nvSpPr>
        <p:spPr>
          <a:xfrm xmlns:a="http://schemas.openxmlformats.org/drawingml/2006/main">
            <a:off x="609600" y="1104900"/>
            <a:ext cx="6858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5700" b="1">
                <a:solidFill>
                  <a:srgbClr val="173347"/>
                </a:solidFill>
                <a:latin typeface="Helvetica Neue"/>
                <a:ea typeface="Helvetica Neue"/>
                <a:cs typeface="Helvetica Neue"/>
              </a:defRPr>
            </a:defPPr>
            <a:lvl1pPr algn="l">
              <a:defRPr sz="5700" b="1">
                <a:solidFill>
                  <a:srgbClr val="173347"/>
                </a:solidFill>
                <a:latin typeface="Helvetica Neue"/>
                <a:ea typeface="Helvetica Neue"/>
                <a:cs typeface="Helvetica Neue"/>
              </a:defRPr>
            </a:lvl1pPr>
            <a:lvl2pPr algn="l">
              <a:defRPr sz="5700" b="1">
                <a:solidFill>
                  <a:srgbClr val="173347"/>
                </a:solidFill>
                <a:latin typeface="Helvetica Neue"/>
                <a:ea typeface="Helvetica Neue"/>
                <a:cs typeface="Helvetica Neue"/>
              </a:defRPr>
            </a:lvl2pPr>
            <a:lvl3pPr algn="l">
              <a:defRPr sz="5700" b="1">
                <a:solidFill>
                  <a:srgbClr val="173347"/>
                </a:solidFill>
                <a:latin typeface="Helvetica Neue"/>
                <a:ea typeface="Helvetica Neue"/>
                <a:cs typeface="Helvetica Neue"/>
              </a:defRPr>
            </a:lvl3pPr>
            <a:lvl4pPr algn="l">
              <a:defRPr sz="5700" b="1">
                <a:solidFill>
                  <a:srgbClr val="173347"/>
                </a:solidFill>
                <a:latin typeface="Helvetica Neue"/>
                <a:ea typeface="Helvetica Neue"/>
                <a:cs typeface="Helvetica Neue"/>
              </a:defRPr>
            </a:lvl4pPr>
            <a:lvl5pPr algn="l">
              <a:defRPr sz="5700" b="1">
                <a:solidFill>
                  <a:srgbClr val="173347"/>
                </a:solidFill>
                <a:latin typeface="Helvetica Neue"/>
                <a:ea typeface="Helvetica Neue"/>
                <a:cs typeface="Helvetica Neue"/>
              </a:defRPr>
            </a:lvl5pPr>
            <a:lvl6pPr algn="l">
              <a:defRPr sz="5700" b="1">
                <a:solidFill>
                  <a:srgbClr val="173347"/>
                </a:solidFill>
                <a:latin typeface="Helvetica Neue"/>
                <a:ea typeface="Helvetica Neue"/>
                <a:cs typeface="Helvetica Neue"/>
              </a:defRPr>
            </a:lvl6pPr>
            <a:lvl7pPr algn="l">
              <a:defRPr sz="5700" b="1">
                <a:solidFill>
                  <a:srgbClr val="173347"/>
                </a:solidFill>
                <a:latin typeface="Helvetica Neue"/>
                <a:ea typeface="Helvetica Neue"/>
                <a:cs typeface="Helvetica Neue"/>
              </a:defRPr>
            </a:lvl7pPr>
            <a:lvl8pPr algn="l">
              <a:defRPr sz="5700" b="1">
                <a:solidFill>
                  <a:srgbClr val="173347"/>
                </a:solidFill>
                <a:latin typeface="Helvetica Neue"/>
                <a:ea typeface="Helvetica Neue"/>
                <a:cs typeface="Helvetica Neue"/>
              </a:defRPr>
            </a:lvl8pPr>
            <a:lvl9pPr algn="l">
              <a:defRPr sz="5700" b="1">
                <a:solidFill>
                  <a:srgbClr val="173347"/>
                </a:solidFill>
                <a:latin typeface="Helvetica Neue"/>
                <a:ea typeface="Helvetica Neue"/>
                <a:cs typeface="Helvetica Neue"/>
              </a:defRPr>
            </a:lvl9pPr>
          </a:lstStyle>
          <a:p xmlns:a="http://schemas.openxmlformats.org/drawingml/2006/main">
            <a:pPr algn="l">
              <a:defRPr sz="5700" b="1">
                <a:solidFill>
                  <a:srgbClr val="173347"/>
                </a:solidFill>
                <a:latin typeface="Helvetica Neue"/>
                <a:ea typeface="Helvetica Neue"/>
                <a:cs typeface="Helvetica Neue"/>
              </a:defRPr>
            </a:pPr>
            <a:r>
              <a:rPr sz="5700" b="1">
                <a:solidFill>
                  <a:srgbClr val="173347"/>
                </a:solidFill>
                <a:latin typeface="Helvetica Neue"/>
                <a:ea typeface="Helvetica Neue"/>
                <a:cs typeface="Helvetica Neue"/>
              </a:rPr>
              <a:t>Путь семьи</a:t>
            </a:r>
          </a:p>
          <a:p xmlns:a="http://schemas.openxmlformats.org/drawingml/2006/main">
            <a:pPr algn="l">
              <a:defRPr sz="5700" b="1">
                <a:solidFill>
                  <a:srgbClr val="173347"/>
                </a:solidFill>
                <a:latin typeface="Helvetica Neue"/>
                <a:ea typeface="Helvetica Neue"/>
                <a:cs typeface="Helvetica Neue"/>
              </a:defRPr>
            </a:pPr>
            <a:r>
              <a:rPr sz="5700" b="1">
                <a:solidFill>
                  <a:srgbClr val="173347"/>
                </a:solidFill>
                <a:latin typeface="Helvetica Neue"/>
                <a:ea typeface="Helvetica Neue"/>
                <a:cs typeface="Helvetica Neue"/>
              </a:rPr>
              <a:t>в Söyle</a:t>
            </a:r>
          </a:p>
        </p:txBody>
      </p:sp>
      <p:sp>
        <p:nvSpPr>
          <p:cNvPr id="4" name="">
            <a:extLst xmlns:a="http://schemas.openxmlformats.org/drawingml/2006/main">
              <a:ext uri="{FF2B5EF4-FFF2-40B4-BE49-F238E27FC236}">
                <a16:creationId xmlns:a16="http://schemas.microsoft.com/office/drawing/2014/main" id="{A2090BD7-65C8-484B-A854-6D1BC56A3A9E}"/>
              </a:ext>
            </a:extLst>
          </p:cNvPr>
          <p:cNvSpPr>
            <a:spLocks xmlns:a="http://schemas.openxmlformats.org/drawingml/2006/main" noGrp="1"/>
          </p:cNvSpPr>
          <p:nvPr/>
        </p:nvSpPr>
        <p:spPr>
          <a:xfrm xmlns:a="http://schemas.openxmlformats.org/drawingml/2006/main">
            <a:off x="647700" y="2914650"/>
            <a:ext cx="657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607581"/>
                </a:solidFill>
                <a:latin typeface="Helvetica Neue"/>
                <a:ea typeface="Helvetica Neue"/>
                <a:cs typeface="Helvetica Neue"/>
              </a:defRPr>
            </a:defPPr>
            <a:lvl1pPr algn="l">
              <a:defRPr sz="2100" b="0">
                <a:solidFill>
                  <a:srgbClr val="607581"/>
                </a:solidFill>
                <a:latin typeface="Helvetica Neue"/>
                <a:ea typeface="Helvetica Neue"/>
                <a:cs typeface="Helvetica Neue"/>
              </a:defRPr>
            </a:lvl1pPr>
            <a:lvl2pPr algn="l">
              <a:defRPr sz="2100" b="0">
                <a:solidFill>
                  <a:srgbClr val="607581"/>
                </a:solidFill>
                <a:latin typeface="Helvetica Neue"/>
                <a:ea typeface="Helvetica Neue"/>
                <a:cs typeface="Helvetica Neue"/>
              </a:defRPr>
            </a:lvl2pPr>
            <a:lvl3pPr algn="l">
              <a:defRPr sz="2100" b="0">
                <a:solidFill>
                  <a:srgbClr val="607581"/>
                </a:solidFill>
                <a:latin typeface="Helvetica Neue"/>
                <a:ea typeface="Helvetica Neue"/>
                <a:cs typeface="Helvetica Neue"/>
              </a:defRPr>
            </a:lvl3pPr>
            <a:lvl4pPr algn="l">
              <a:defRPr sz="2100" b="0">
                <a:solidFill>
                  <a:srgbClr val="607581"/>
                </a:solidFill>
                <a:latin typeface="Helvetica Neue"/>
                <a:ea typeface="Helvetica Neue"/>
                <a:cs typeface="Helvetica Neue"/>
              </a:defRPr>
            </a:lvl4pPr>
            <a:lvl5pPr algn="l">
              <a:defRPr sz="2100" b="0">
                <a:solidFill>
                  <a:srgbClr val="607581"/>
                </a:solidFill>
                <a:latin typeface="Helvetica Neue"/>
                <a:ea typeface="Helvetica Neue"/>
                <a:cs typeface="Helvetica Neue"/>
              </a:defRPr>
            </a:lvl5pPr>
            <a:lvl6pPr algn="l">
              <a:defRPr sz="2100" b="0">
                <a:solidFill>
                  <a:srgbClr val="607581"/>
                </a:solidFill>
                <a:latin typeface="Helvetica Neue"/>
                <a:ea typeface="Helvetica Neue"/>
                <a:cs typeface="Helvetica Neue"/>
              </a:defRPr>
            </a:lvl6pPr>
            <a:lvl7pPr algn="l">
              <a:defRPr sz="2100" b="0">
                <a:solidFill>
                  <a:srgbClr val="607581"/>
                </a:solidFill>
                <a:latin typeface="Helvetica Neue"/>
                <a:ea typeface="Helvetica Neue"/>
                <a:cs typeface="Helvetica Neue"/>
              </a:defRPr>
            </a:lvl7pPr>
            <a:lvl8pPr algn="l">
              <a:defRPr sz="2100" b="0">
                <a:solidFill>
                  <a:srgbClr val="607581"/>
                </a:solidFill>
                <a:latin typeface="Helvetica Neue"/>
                <a:ea typeface="Helvetica Neue"/>
                <a:cs typeface="Helvetica Neue"/>
              </a:defRPr>
            </a:lvl8pPr>
            <a:lvl9pPr algn="l">
              <a:defRPr sz="2100" b="0">
                <a:solidFill>
                  <a:srgbClr val="607581"/>
                </a:solidFill>
                <a:latin typeface="Helvetica Neue"/>
                <a:ea typeface="Helvetica Neue"/>
                <a:cs typeface="Helvetica Neue"/>
              </a:defRPr>
            </a:lvl9pPr>
          </a:lstStyle>
          <a:p xmlns:a="http://schemas.openxmlformats.org/drawingml/2006/main">
            <a:pPr algn="l">
              <a:defRPr sz="2100" b="0">
                <a:solidFill>
                  <a:srgbClr val="607581"/>
                </a:solidFill>
                <a:latin typeface="Helvetica Neue"/>
                <a:ea typeface="Helvetica Neue"/>
                <a:cs typeface="Helvetica Neue"/>
              </a:defRPr>
            </a:pPr>
            <a:r>
              <a:rPr sz="2100" b="0">
                <a:solidFill>
                  <a:srgbClr val="607581"/>
                </a:solidFill>
                <a:latin typeface="Helvetica Neue"/>
                <a:ea typeface="Helvetica Neue"/>
                <a:cs typeface="Helvetica Neue"/>
              </a:rPr>
              <a:t>Платформа для детей с алалией:</a:t>
            </a:r>
          </a:p>
          <a:p xmlns:a="http://schemas.openxmlformats.org/drawingml/2006/main">
            <a:pPr algn="l">
              <a:defRPr sz="2100" b="0">
                <a:solidFill>
                  <a:srgbClr val="607581"/>
                </a:solidFill>
                <a:latin typeface="Helvetica Neue"/>
                <a:ea typeface="Helvetica Neue"/>
                <a:cs typeface="Helvetica Neue"/>
              </a:defRPr>
            </a:pPr>
            <a:r>
              <a:rPr sz="2100" b="0">
                <a:solidFill>
                  <a:srgbClr val="607581"/>
                </a:solidFill>
                <a:latin typeface="Helvetica Neue"/>
                <a:ea typeface="Helvetica Neue"/>
                <a:cs typeface="Helvetica Neue"/>
              </a:rPr>
              <a:t>поддержка общения, домашняя практика</a:t>
            </a:r>
          </a:p>
          <a:p xmlns:a="http://schemas.openxmlformats.org/drawingml/2006/main">
            <a:pPr algn="l">
              <a:defRPr sz="2100" b="0">
                <a:solidFill>
                  <a:srgbClr val="607581"/>
                </a:solidFill>
                <a:latin typeface="Helvetica Neue"/>
                <a:ea typeface="Helvetica Neue"/>
                <a:cs typeface="Helvetica Neue"/>
              </a:defRPr>
            </a:pPr>
            <a:r>
              <a:rPr sz="2100" b="0">
                <a:solidFill>
                  <a:srgbClr val="607581"/>
                </a:solidFill>
                <a:latin typeface="Helvetica Neue"/>
                <a:ea typeface="Helvetica Neue"/>
                <a:cs typeface="Helvetica Neue"/>
              </a:rPr>
              <a:t>и помощь родителям</a:t>
            </a:r>
          </a:p>
        </p:txBody>
      </p:sp>
      <p:pic>
        <p:nvPicPr>
          <p:cNvPr id="5" name="">
            <a:extLst xmlns:a="http://schemas.openxmlformats.org/drawingml/2006/main">
              <a:ext uri="{FF2B5EF4-FFF2-40B4-BE49-F238E27FC236}">
                <a16:creationId xmlns:a16="http://schemas.microsoft.com/office/drawing/2014/main" id="{4230CD0D-9C2A-4894-AFCB-EE122E12A469}"/>
              </a:ext>
            </a:extLst>
          </p:cNvPr>
          <p:cNvPicPr>
            <a:picLocks xmlns:a="http://schemas.openxmlformats.org/drawingml/2006/main" noChangeAspect="1"/>
          </p:cNvPicPr>
          <p:nvPr/>
        </p:nvPicPr>
        <p:blipFill>
          <a:blip xmlns:r="http://schemas.openxmlformats.org/officeDocument/2006/relationships" xmlns:a="http://schemas.openxmlformats.org/drawingml/2006/main" r:embed="R0372677d1663472b"/>
          <a:srcRect xmlns:a="http://schemas.openxmlformats.org/drawingml/2006/main" l="0" t="50" r="0" b="50"/>
          <a:stretch xmlns:a="http://schemas.openxmlformats.org/drawingml/2006/main">
            <a:fillRect l="0" t="0" r="0" b="0"/>
          </a:stretch>
        </p:blipFill>
        <p:spPr>
          <a:xfrm xmlns:a="http://schemas.openxmlformats.org/drawingml/2006/main">
            <a:off x="7886700" y="990600"/>
            <a:ext cx="6743700" cy="2838450"/>
          </a:xfrm>
          <a:prstGeom xmlns:a="http://schemas.openxmlformats.org/drawingml/2006/main" prst="roundRect">
            <a:avLst>
              <a:gd name="adj" fmla="val 7383"/>
            </a:avLst>
          </a:prstGeom>
        </p:spPr>
      </p:pic>
      <p:sp>
        <p:nvSpPr>
          <p:cNvPr id="6" name="">
            <a:extLst xmlns:a="http://schemas.openxmlformats.org/drawingml/2006/main">
              <a:ext uri="{FF2B5EF4-FFF2-40B4-BE49-F238E27FC236}">
                <a16:creationId xmlns:a16="http://schemas.microsoft.com/office/drawing/2014/main" id="{6D0013AC-8432-40F5-8D1E-DFF2A1732B23}"/>
              </a:ext>
            </a:extLst>
          </p:cNvPr>
          <p:cNvSpPr>
            <a:spLocks xmlns:a="http://schemas.openxmlformats.org/drawingml/2006/main" noGrp="1"/>
          </p:cNvSpPr>
          <p:nvPr/>
        </p:nvSpPr>
        <p:spPr>
          <a:xfrm xmlns:a="http://schemas.openxmlformats.org/drawingml/2006/main">
            <a:off x="609600" y="4352925"/>
            <a:ext cx="533400" cy="533400"/>
          </a:xfrm>
          <a:prstGeom xmlns:a="http://schemas.openxmlformats.org/drawingml/2006/main" prst="ellipse">
            <a:avLst/>
          </a:prstGeom>
          <a:solidFill xmlns:a="http://schemas.openxmlformats.org/drawingml/2006/main">
            <a:srgbClr val="DDEAE8"/>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875" b="1">
                <a:solidFill>
                  <a:srgbClr val="1B6A91"/>
                </a:solidFill>
                <a:latin typeface="Helvetica Neue"/>
                <a:ea typeface="Helvetica Neue"/>
                <a:cs typeface="Helvetica Neue"/>
              </a:defRPr>
            </a:defPPr>
            <a:lvl1pPr algn="ctr">
              <a:defRPr sz="1875" b="1">
                <a:solidFill>
                  <a:srgbClr val="1B6A91"/>
                </a:solidFill>
                <a:latin typeface="Helvetica Neue"/>
                <a:ea typeface="Helvetica Neue"/>
                <a:cs typeface="Helvetica Neue"/>
              </a:defRPr>
            </a:lvl1pPr>
            <a:lvl2pPr algn="ctr">
              <a:defRPr sz="1875" b="1">
                <a:solidFill>
                  <a:srgbClr val="1B6A91"/>
                </a:solidFill>
                <a:latin typeface="Helvetica Neue"/>
                <a:ea typeface="Helvetica Neue"/>
                <a:cs typeface="Helvetica Neue"/>
              </a:defRPr>
            </a:lvl2pPr>
            <a:lvl3pPr algn="ctr">
              <a:defRPr sz="1875" b="1">
                <a:solidFill>
                  <a:srgbClr val="1B6A91"/>
                </a:solidFill>
                <a:latin typeface="Helvetica Neue"/>
                <a:ea typeface="Helvetica Neue"/>
                <a:cs typeface="Helvetica Neue"/>
              </a:defRPr>
            </a:lvl3pPr>
            <a:lvl4pPr algn="ctr">
              <a:defRPr sz="1875" b="1">
                <a:solidFill>
                  <a:srgbClr val="1B6A91"/>
                </a:solidFill>
                <a:latin typeface="Helvetica Neue"/>
                <a:ea typeface="Helvetica Neue"/>
                <a:cs typeface="Helvetica Neue"/>
              </a:defRPr>
            </a:lvl4pPr>
            <a:lvl5pPr algn="ctr">
              <a:defRPr sz="1875" b="1">
                <a:solidFill>
                  <a:srgbClr val="1B6A91"/>
                </a:solidFill>
                <a:latin typeface="Helvetica Neue"/>
                <a:ea typeface="Helvetica Neue"/>
                <a:cs typeface="Helvetica Neue"/>
              </a:defRPr>
            </a:lvl5pPr>
            <a:lvl6pPr algn="ctr">
              <a:defRPr sz="1875" b="1">
                <a:solidFill>
                  <a:srgbClr val="1B6A91"/>
                </a:solidFill>
                <a:latin typeface="Helvetica Neue"/>
                <a:ea typeface="Helvetica Neue"/>
                <a:cs typeface="Helvetica Neue"/>
              </a:defRPr>
            </a:lvl6pPr>
            <a:lvl7pPr algn="ctr">
              <a:defRPr sz="1875" b="1">
                <a:solidFill>
                  <a:srgbClr val="1B6A91"/>
                </a:solidFill>
                <a:latin typeface="Helvetica Neue"/>
                <a:ea typeface="Helvetica Neue"/>
                <a:cs typeface="Helvetica Neue"/>
              </a:defRPr>
            </a:lvl7pPr>
            <a:lvl8pPr algn="ctr">
              <a:defRPr sz="1875" b="1">
                <a:solidFill>
                  <a:srgbClr val="1B6A91"/>
                </a:solidFill>
                <a:latin typeface="Helvetica Neue"/>
                <a:ea typeface="Helvetica Neue"/>
                <a:cs typeface="Helvetica Neue"/>
              </a:defRPr>
            </a:lvl8pPr>
            <a:lvl9pPr algn="ctr">
              <a:defRPr sz="1875" b="1">
                <a:solidFill>
                  <a:srgbClr val="1B6A91"/>
                </a:solidFill>
                <a:latin typeface="Helvetica Neue"/>
                <a:ea typeface="Helvetica Neue"/>
                <a:cs typeface="Helvetica Neue"/>
              </a:defRPr>
            </a:lvl9pPr>
          </a:lstStyle>
          <a:p xmlns:a="http://schemas.openxmlformats.org/drawingml/2006/main">
            <a:pPr algn="ctr">
              <a:defRPr sz="1875" b="1">
                <a:solidFill>
                  <a:srgbClr val="1B6A91"/>
                </a:solidFill>
                <a:latin typeface="Helvetica Neue"/>
                <a:ea typeface="Helvetica Neue"/>
                <a:cs typeface="Helvetica Neue"/>
              </a:defRPr>
            </a:pPr>
            <a:r>
              <a:rPr sz="1875" b="1">
                <a:solidFill>
                  <a:srgbClr val="1B6A91"/>
                </a:solidFill>
                <a:latin typeface="Helvetica Neue"/>
                <a:ea typeface="Helvetica Neue"/>
                <a:cs typeface="Helvetica Neue"/>
              </a:rPr>
              <a:t>1</a:t>
            </a:r>
          </a:p>
        </p:txBody>
      </p:sp>
      <p:cxnSp>
        <p:nvCxnSpPr>
          <p:cNvPr id="7" name="">
            <a:extLst xmlns:a="http://schemas.openxmlformats.org/drawingml/2006/main">
              <a:ext uri="{FF2B5EF4-FFF2-40B4-BE49-F238E27FC236}">
                <a16:creationId xmlns:a16="http://schemas.microsoft.com/office/drawing/2014/main" id="{E63144E5-ED72-4BCA-86F1-154E8EB201D1}"/>
              </a:ext>
            </a:extLst>
          </p:cNvPr>
          <p:cNvCxnSpPr/>
          <p:nvPr/>
        </p:nvCxnSpPr>
        <p:spPr>
          <a:xfrm xmlns:a="http://schemas.openxmlformats.org/drawingml/2006/main">
            <a:off x="1343025" y="4619625"/>
            <a:ext cx="1905000" cy="0"/>
          </a:xfrm>
          <a:prstGeom xmlns:a="http://schemas.openxmlformats.org/drawingml/2006/main" prst="straightConnector1">
            <a:avLst/>
          </a:prstGeom>
          <a:ln xmlns:a="http://schemas.openxmlformats.org/drawingml/2006/main" w="19050">
            <a:solidFill>
              <a:srgbClr val="C5D6D8"/>
            </a:solidFill>
            <a:tailEnd type="arrow" w="med" len="med"/>
          </a:ln>
        </p:spPr>
      </p:cxnSp>
      <p:sp>
        <p:nvSpPr>
          <p:cNvPr id="8" name="">
            <a:extLst xmlns:a="http://schemas.openxmlformats.org/drawingml/2006/main">
              <a:ext uri="{FF2B5EF4-FFF2-40B4-BE49-F238E27FC236}">
                <a16:creationId xmlns:a16="http://schemas.microsoft.com/office/drawing/2014/main" id="{B9FB2C3A-3AD3-43A3-8402-F84C91B8AB71}"/>
              </a:ext>
            </a:extLst>
          </p:cNvPr>
          <p:cNvSpPr>
            <a:spLocks xmlns:a="http://schemas.openxmlformats.org/drawingml/2006/main" noGrp="1"/>
          </p:cNvSpPr>
          <p:nvPr/>
        </p:nvSpPr>
        <p:spPr>
          <a:xfrm xmlns:a="http://schemas.openxmlformats.org/drawingml/2006/main">
            <a:off x="609600" y="5114925"/>
            <a:ext cx="2514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173347"/>
                </a:solidFill>
                <a:latin typeface="Helvetica Neue"/>
                <a:ea typeface="Helvetica Neue"/>
                <a:cs typeface="Helvetica Neue"/>
              </a:defRPr>
            </a:defPPr>
            <a:lvl1pPr algn="l">
              <a:defRPr sz="2175" b="1">
                <a:solidFill>
                  <a:srgbClr val="173347"/>
                </a:solidFill>
                <a:latin typeface="Helvetica Neue"/>
                <a:ea typeface="Helvetica Neue"/>
                <a:cs typeface="Helvetica Neue"/>
              </a:defRPr>
            </a:lvl1pPr>
            <a:lvl2pPr algn="l">
              <a:defRPr sz="2175" b="1">
                <a:solidFill>
                  <a:srgbClr val="173347"/>
                </a:solidFill>
                <a:latin typeface="Helvetica Neue"/>
                <a:ea typeface="Helvetica Neue"/>
                <a:cs typeface="Helvetica Neue"/>
              </a:defRPr>
            </a:lvl2pPr>
            <a:lvl3pPr algn="l">
              <a:defRPr sz="2175" b="1">
                <a:solidFill>
                  <a:srgbClr val="173347"/>
                </a:solidFill>
                <a:latin typeface="Helvetica Neue"/>
                <a:ea typeface="Helvetica Neue"/>
                <a:cs typeface="Helvetica Neue"/>
              </a:defRPr>
            </a:lvl3pPr>
            <a:lvl4pPr algn="l">
              <a:defRPr sz="2175" b="1">
                <a:solidFill>
                  <a:srgbClr val="173347"/>
                </a:solidFill>
                <a:latin typeface="Helvetica Neue"/>
                <a:ea typeface="Helvetica Neue"/>
                <a:cs typeface="Helvetica Neue"/>
              </a:defRPr>
            </a:lvl4pPr>
            <a:lvl5pPr algn="l">
              <a:defRPr sz="2175" b="1">
                <a:solidFill>
                  <a:srgbClr val="173347"/>
                </a:solidFill>
                <a:latin typeface="Helvetica Neue"/>
                <a:ea typeface="Helvetica Neue"/>
                <a:cs typeface="Helvetica Neue"/>
              </a:defRPr>
            </a:lvl5pPr>
            <a:lvl6pPr algn="l">
              <a:defRPr sz="2175" b="1">
                <a:solidFill>
                  <a:srgbClr val="173347"/>
                </a:solidFill>
                <a:latin typeface="Helvetica Neue"/>
                <a:ea typeface="Helvetica Neue"/>
                <a:cs typeface="Helvetica Neue"/>
              </a:defRPr>
            </a:lvl6pPr>
            <a:lvl7pPr algn="l">
              <a:defRPr sz="2175" b="1">
                <a:solidFill>
                  <a:srgbClr val="173347"/>
                </a:solidFill>
                <a:latin typeface="Helvetica Neue"/>
                <a:ea typeface="Helvetica Neue"/>
                <a:cs typeface="Helvetica Neue"/>
              </a:defRPr>
            </a:lvl7pPr>
            <a:lvl8pPr algn="l">
              <a:defRPr sz="2175" b="1">
                <a:solidFill>
                  <a:srgbClr val="173347"/>
                </a:solidFill>
                <a:latin typeface="Helvetica Neue"/>
                <a:ea typeface="Helvetica Neue"/>
                <a:cs typeface="Helvetica Neue"/>
              </a:defRPr>
            </a:lvl8pPr>
            <a:lvl9pPr algn="l">
              <a:defRPr sz="2175" b="1">
                <a:solidFill>
                  <a:srgbClr val="173347"/>
                </a:solidFill>
                <a:latin typeface="Helvetica Neue"/>
                <a:ea typeface="Helvetica Neue"/>
                <a:cs typeface="Helvetica Neue"/>
              </a:defRPr>
            </a:lvl9pPr>
          </a:lstStyle>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Вход и</a:t>
            </a:r>
          </a:p>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профиль</a:t>
            </a:r>
          </a:p>
        </p:txBody>
      </p:sp>
      <p:sp>
        <p:nvSpPr>
          <p:cNvPr id="9" name="">
            <a:extLst xmlns:a="http://schemas.openxmlformats.org/drawingml/2006/main">
              <a:ext uri="{FF2B5EF4-FFF2-40B4-BE49-F238E27FC236}">
                <a16:creationId xmlns:a16="http://schemas.microsoft.com/office/drawing/2014/main" id="{B763BD27-6868-4EF9-921A-894CFE474421}"/>
              </a:ext>
            </a:extLst>
          </p:cNvPr>
          <p:cNvSpPr>
            <a:spLocks xmlns:a="http://schemas.openxmlformats.org/drawingml/2006/main" noGrp="1"/>
          </p:cNvSpPr>
          <p:nvPr/>
        </p:nvSpPr>
        <p:spPr>
          <a:xfrm xmlns:a="http://schemas.openxmlformats.org/drawingml/2006/main">
            <a:off x="609600" y="6038850"/>
            <a:ext cx="25431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0">
                <a:solidFill>
                  <a:srgbClr val="607581"/>
                </a:solidFill>
                <a:latin typeface="Helvetica Neue"/>
                <a:ea typeface="Helvetica Neue"/>
                <a:cs typeface="Helvetica Neue"/>
              </a:defRPr>
            </a:defPPr>
            <a:lvl1pPr algn="l">
              <a:defRPr sz="1650" b="0">
                <a:solidFill>
                  <a:srgbClr val="607581"/>
                </a:solidFill>
                <a:latin typeface="Helvetica Neue"/>
                <a:ea typeface="Helvetica Neue"/>
                <a:cs typeface="Helvetica Neue"/>
              </a:defRPr>
            </a:lvl1pPr>
            <a:lvl2pPr algn="l">
              <a:defRPr sz="1650" b="0">
                <a:solidFill>
                  <a:srgbClr val="607581"/>
                </a:solidFill>
                <a:latin typeface="Helvetica Neue"/>
                <a:ea typeface="Helvetica Neue"/>
                <a:cs typeface="Helvetica Neue"/>
              </a:defRPr>
            </a:lvl2pPr>
            <a:lvl3pPr algn="l">
              <a:defRPr sz="1650" b="0">
                <a:solidFill>
                  <a:srgbClr val="607581"/>
                </a:solidFill>
                <a:latin typeface="Helvetica Neue"/>
                <a:ea typeface="Helvetica Neue"/>
                <a:cs typeface="Helvetica Neue"/>
              </a:defRPr>
            </a:lvl3pPr>
            <a:lvl4pPr algn="l">
              <a:defRPr sz="1650" b="0">
                <a:solidFill>
                  <a:srgbClr val="607581"/>
                </a:solidFill>
                <a:latin typeface="Helvetica Neue"/>
                <a:ea typeface="Helvetica Neue"/>
                <a:cs typeface="Helvetica Neue"/>
              </a:defRPr>
            </a:lvl4pPr>
            <a:lvl5pPr algn="l">
              <a:defRPr sz="1650" b="0">
                <a:solidFill>
                  <a:srgbClr val="607581"/>
                </a:solidFill>
                <a:latin typeface="Helvetica Neue"/>
                <a:ea typeface="Helvetica Neue"/>
                <a:cs typeface="Helvetica Neue"/>
              </a:defRPr>
            </a:lvl5pPr>
            <a:lvl6pPr algn="l">
              <a:defRPr sz="1650" b="0">
                <a:solidFill>
                  <a:srgbClr val="607581"/>
                </a:solidFill>
                <a:latin typeface="Helvetica Neue"/>
                <a:ea typeface="Helvetica Neue"/>
                <a:cs typeface="Helvetica Neue"/>
              </a:defRPr>
            </a:lvl6pPr>
            <a:lvl7pPr algn="l">
              <a:defRPr sz="1650" b="0">
                <a:solidFill>
                  <a:srgbClr val="607581"/>
                </a:solidFill>
                <a:latin typeface="Helvetica Neue"/>
                <a:ea typeface="Helvetica Neue"/>
                <a:cs typeface="Helvetica Neue"/>
              </a:defRPr>
            </a:lvl7pPr>
            <a:lvl8pPr algn="l">
              <a:defRPr sz="1650" b="0">
                <a:solidFill>
                  <a:srgbClr val="607581"/>
                </a:solidFill>
                <a:latin typeface="Helvetica Neue"/>
                <a:ea typeface="Helvetica Neue"/>
                <a:cs typeface="Helvetica Neue"/>
              </a:defRPr>
            </a:lvl8pPr>
            <a:lvl9pPr algn="l">
              <a:defRPr sz="1650" b="0">
                <a:solidFill>
                  <a:srgbClr val="607581"/>
                </a:solidFill>
                <a:latin typeface="Helvetica Neue"/>
                <a:ea typeface="Helvetica Neue"/>
                <a:cs typeface="Helvetica Neue"/>
              </a:defRPr>
            </a:lvl9pPr>
          </a:lstStyle>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Входит и создаёт</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профиль ребёнка.</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Настраивает согласия</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и доступ.</a:t>
            </a:r>
          </a:p>
        </p:txBody>
      </p:sp>
      <p:sp>
        <p:nvSpPr>
          <p:cNvPr id="10" name="">
            <a:extLst xmlns:a="http://schemas.openxmlformats.org/drawingml/2006/main">
              <a:ext uri="{FF2B5EF4-FFF2-40B4-BE49-F238E27FC236}">
                <a16:creationId xmlns:a16="http://schemas.microsoft.com/office/drawing/2014/main" id="{2D832D44-7C97-4ED2-9C5A-C5BE4E41947C}"/>
              </a:ext>
            </a:extLst>
          </p:cNvPr>
          <p:cNvSpPr>
            <a:spLocks xmlns:a="http://schemas.openxmlformats.org/drawingml/2006/main" noGrp="1"/>
          </p:cNvSpPr>
          <p:nvPr/>
        </p:nvSpPr>
        <p:spPr>
          <a:xfrm xmlns:a="http://schemas.openxmlformats.org/drawingml/2006/main">
            <a:off x="609600" y="7181850"/>
            <a:ext cx="2543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1">
                <a:solidFill>
                  <a:srgbClr val="247C63"/>
                </a:solidFill>
                <a:latin typeface="Helvetica Neue"/>
                <a:ea typeface="Helvetica Neue"/>
                <a:cs typeface="Helvetica Neue"/>
              </a:defRPr>
            </a:defPPr>
            <a:lvl1pPr algn="l">
              <a:defRPr sz="1575" b="1">
                <a:solidFill>
                  <a:srgbClr val="247C63"/>
                </a:solidFill>
                <a:latin typeface="Helvetica Neue"/>
                <a:ea typeface="Helvetica Neue"/>
                <a:cs typeface="Helvetica Neue"/>
              </a:defRPr>
            </a:lvl1pPr>
            <a:lvl2pPr algn="l">
              <a:defRPr sz="1575" b="1">
                <a:solidFill>
                  <a:srgbClr val="247C63"/>
                </a:solidFill>
                <a:latin typeface="Helvetica Neue"/>
                <a:ea typeface="Helvetica Neue"/>
                <a:cs typeface="Helvetica Neue"/>
              </a:defRPr>
            </a:lvl2pPr>
            <a:lvl3pPr algn="l">
              <a:defRPr sz="1575" b="1">
                <a:solidFill>
                  <a:srgbClr val="247C63"/>
                </a:solidFill>
                <a:latin typeface="Helvetica Neue"/>
                <a:ea typeface="Helvetica Neue"/>
                <a:cs typeface="Helvetica Neue"/>
              </a:defRPr>
            </a:lvl3pPr>
            <a:lvl4pPr algn="l">
              <a:defRPr sz="1575" b="1">
                <a:solidFill>
                  <a:srgbClr val="247C63"/>
                </a:solidFill>
                <a:latin typeface="Helvetica Neue"/>
                <a:ea typeface="Helvetica Neue"/>
                <a:cs typeface="Helvetica Neue"/>
              </a:defRPr>
            </a:lvl4pPr>
            <a:lvl5pPr algn="l">
              <a:defRPr sz="1575" b="1">
                <a:solidFill>
                  <a:srgbClr val="247C63"/>
                </a:solidFill>
                <a:latin typeface="Helvetica Neue"/>
                <a:ea typeface="Helvetica Neue"/>
                <a:cs typeface="Helvetica Neue"/>
              </a:defRPr>
            </a:lvl5pPr>
            <a:lvl6pPr algn="l">
              <a:defRPr sz="1575" b="1">
                <a:solidFill>
                  <a:srgbClr val="247C63"/>
                </a:solidFill>
                <a:latin typeface="Helvetica Neue"/>
                <a:ea typeface="Helvetica Neue"/>
                <a:cs typeface="Helvetica Neue"/>
              </a:defRPr>
            </a:lvl6pPr>
            <a:lvl7pPr algn="l">
              <a:defRPr sz="1575" b="1">
                <a:solidFill>
                  <a:srgbClr val="247C63"/>
                </a:solidFill>
                <a:latin typeface="Helvetica Neue"/>
                <a:ea typeface="Helvetica Neue"/>
                <a:cs typeface="Helvetica Neue"/>
              </a:defRPr>
            </a:lvl7pPr>
            <a:lvl8pPr algn="l">
              <a:defRPr sz="1575" b="1">
                <a:solidFill>
                  <a:srgbClr val="247C63"/>
                </a:solidFill>
                <a:latin typeface="Helvetica Neue"/>
                <a:ea typeface="Helvetica Neue"/>
                <a:cs typeface="Helvetica Neue"/>
              </a:defRPr>
            </a:lvl8pPr>
            <a:lvl9pPr algn="l">
              <a:defRPr sz="1575" b="1">
                <a:solidFill>
                  <a:srgbClr val="247C63"/>
                </a:solidFill>
                <a:latin typeface="Helvetica Neue"/>
                <a:ea typeface="Helvetica Neue"/>
                <a:cs typeface="Helvetica Neue"/>
              </a:defRPr>
            </a:lvl9pPr>
          </a:lstStyle>
          <a:p xmlns:a="http://schemas.openxmlformats.org/drawingml/2006/main">
            <a:pPr algn="l">
              <a:defRPr sz="1575" b="1">
                <a:solidFill>
                  <a:srgbClr val="247C63"/>
                </a:solidFill>
                <a:latin typeface="Helvetica Neue"/>
                <a:ea typeface="Helvetica Neue"/>
                <a:cs typeface="Helvetica Neue"/>
              </a:defRPr>
            </a:pPr>
            <a:r>
              <a:rPr sz="1575" b="1">
                <a:solidFill>
                  <a:srgbClr val="247C63"/>
                </a:solidFill>
                <a:latin typeface="Helvetica Neue"/>
                <a:ea typeface="Helvetica Neue"/>
                <a:cs typeface="Helvetica Neue"/>
              </a:rPr>
              <a:t>Профиль готов</a:t>
            </a:r>
          </a:p>
        </p:txBody>
      </p:sp>
      <p:sp>
        <p:nvSpPr>
          <p:cNvPr id="11" name="">
            <a:extLst xmlns:a="http://schemas.openxmlformats.org/drawingml/2006/main">
              <a:ext uri="{FF2B5EF4-FFF2-40B4-BE49-F238E27FC236}">
                <a16:creationId xmlns:a16="http://schemas.microsoft.com/office/drawing/2014/main" id="{85CBFF6E-3447-49A5-BEF0-35405843A58B}"/>
              </a:ext>
            </a:extLst>
          </p:cNvPr>
          <p:cNvSpPr>
            <a:spLocks xmlns:a="http://schemas.openxmlformats.org/drawingml/2006/main" noGrp="1"/>
          </p:cNvSpPr>
          <p:nvPr/>
        </p:nvSpPr>
        <p:spPr>
          <a:xfrm xmlns:a="http://schemas.openxmlformats.org/drawingml/2006/main">
            <a:off x="3486150" y="4352925"/>
            <a:ext cx="533400" cy="533400"/>
          </a:xfrm>
          <a:prstGeom xmlns:a="http://schemas.openxmlformats.org/drawingml/2006/main" prst="ellipse">
            <a:avLst/>
          </a:prstGeom>
          <a:solidFill xmlns:a="http://schemas.openxmlformats.org/drawingml/2006/main">
            <a:srgbClr val="DDEAE8"/>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875" b="1">
                <a:solidFill>
                  <a:srgbClr val="1B6A91"/>
                </a:solidFill>
                <a:latin typeface="Helvetica Neue"/>
                <a:ea typeface="Helvetica Neue"/>
                <a:cs typeface="Helvetica Neue"/>
              </a:defRPr>
            </a:defPPr>
            <a:lvl1pPr algn="ctr">
              <a:defRPr sz="1875" b="1">
                <a:solidFill>
                  <a:srgbClr val="1B6A91"/>
                </a:solidFill>
                <a:latin typeface="Helvetica Neue"/>
                <a:ea typeface="Helvetica Neue"/>
                <a:cs typeface="Helvetica Neue"/>
              </a:defRPr>
            </a:lvl1pPr>
            <a:lvl2pPr algn="ctr">
              <a:defRPr sz="1875" b="1">
                <a:solidFill>
                  <a:srgbClr val="1B6A91"/>
                </a:solidFill>
                <a:latin typeface="Helvetica Neue"/>
                <a:ea typeface="Helvetica Neue"/>
                <a:cs typeface="Helvetica Neue"/>
              </a:defRPr>
            </a:lvl2pPr>
            <a:lvl3pPr algn="ctr">
              <a:defRPr sz="1875" b="1">
                <a:solidFill>
                  <a:srgbClr val="1B6A91"/>
                </a:solidFill>
                <a:latin typeface="Helvetica Neue"/>
                <a:ea typeface="Helvetica Neue"/>
                <a:cs typeface="Helvetica Neue"/>
              </a:defRPr>
            </a:lvl3pPr>
            <a:lvl4pPr algn="ctr">
              <a:defRPr sz="1875" b="1">
                <a:solidFill>
                  <a:srgbClr val="1B6A91"/>
                </a:solidFill>
                <a:latin typeface="Helvetica Neue"/>
                <a:ea typeface="Helvetica Neue"/>
                <a:cs typeface="Helvetica Neue"/>
              </a:defRPr>
            </a:lvl4pPr>
            <a:lvl5pPr algn="ctr">
              <a:defRPr sz="1875" b="1">
                <a:solidFill>
                  <a:srgbClr val="1B6A91"/>
                </a:solidFill>
                <a:latin typeface="Helvetica Neue"/>
                <a:ea typeface="Helvetica Neue"/>
                <a:cs typeface="Helvetica Neue"/>
              </a:defRPr>
            </a:lvl5pPr>
            <a:lvl6pPr algn="ctr">
              <a:defRPr sz="1875" b="1">
                <a:solidFill>
                  <a:srgbClr val="1B6A91"/>
                </a:solidFill>
                <a:latin typeface="Helvetica Neue"/>
                <a:ea typeface="Helvetica Neue"/>
                <a:cs typeface="Helvetica Neue"/>
              </a:defRPr>
            </a:lvl6pPr>
            <a:lvl7pPr algn="ctr">
              <a:defRPr sz="1875" b="1">
                <a:solidFill>
                  <a:srgbClr val="1B6A91"/>
                </a:solidFill>
                <a:latin typeface="Helvetica Neue"/>
                <a:ea typeface="Helvetica Neue"/>
                <a:cs typeface="Helvetica Neue"/>
              </a:defRPr>
            </a:lvl7pPr>
            <a:lvl8pPr algn="ctr">
              <a:defRPr sz="1875" b="1">
                <a:solidFill>
                  <a:srgbClr val="1B6A91"/>
                </a:solidFill>
                <a:latin typeface="Helvetica Neue"/>
                <a:ea typeface="Helvetica Neue"/>
                <a:cs typeface="Helvetica Neue"/>
              </a:defRPr>
            </a:lvl8pPr>
            <a:lvl9pPr algn="ctr">
              <a:defRPr sz="1875" b="1">
                <a:solidFill>
                  <a:srgbClr val="1B6A91"/>
                </a:solidFill>
                <a:latin typeface="Helvetica Neue"/>
                <a:ea typeface="Helvetica Neue"/>
                <a:cs typeface="Helvetica Neue"/>
              </a:defRPr>
            </a:lvl9pPr>
          </a:lstStyle>
          <a:p xmlns:a="http://schemas.openxmlformats.org/drawingml/2006/main">
            <a:pPr algn="ctr">
              <a:defRPr sz="1875" b="1">
                <a:solidFill>
                  <a:srgbClr val="1B6A91"/>
                </a:solidFill>
                <a:latin typeface="Helvetica Neue"/>
                <a:ea typeface="Helvetica Neue"/>
                <a:cs typeface="Helvetica Neue"/>
              </a:defRPr>
            </a:pPr>
            <a:r>
              <a:rPr sz="1875" b="1">
                <a:solidFill>
                  <a:srgbClr val="1B6A91"/>
                </a:solidFill>
                <a:latin typeface="Helvetica Neue"/>
                <a:ea typeface="Helvetica Neue"/>
                <a:cs typeface="Helvetica Neue"/>
              </a:rPr>
              <a:t>2</a:t>
            </a:r>
          </a:p>
        </p:txBody>
      </p:sp>
      <p:cxnSp>
        <p:nvCxnSpPr>
          <p:cNvPr id="12" name="">
            <a:extLst xmlns:a="http://schemas.openxmlformats.org/drawingml/2006/main">
              <a:ext uri="{FF2B5EF4-FFF2-40B4-BE49-F238E27FC236}">
                <a16:creationId xmlns:a16="http://schemas.microsoft.com/office/drawing/2014/main" id="{10A673B8-F109-4A59-8B40-9B1759C340F7}"/>
              </a:ext>
            </a:extLst>
          </p:cNvPr>
          <p:cNvCxnSpPr/>
          <p:nvPr/>
        </p:nvCxnSpPr>
        <p:spPr>
          <a:xfrm xmlns:a="http://schemas.openxmlformats.org/drawingml/2006/main">
            <a:off x="4219575" y="4619625"/>
            <a:ext cx="1905000" cy="0"/>
          </a:xfrm>
          <a:prstGeom xmlns:a="http://schemas.openxmlformats.org/drawingml/2006/main" prst="straightConnector1">
            <a:avLst/>
          </a:prstGeom>
          <a:ln xmlns:a="http://schemas.openxmlformats.org/drawingml/2006/main" w="19050">
            <a:solidFill>
              <a:srgbClr val="C5D6D8"/>
            </a:solidFill>
            <a:tailEnd type="arrow" w="med" len="med"/>
          </a:ln>
        </p:spPr>
      </p:cxnSp>
      <p:sp>
        <p:nvSpPr>
          <p:cNvPr id="13" name="">
            <a:extLst xmlns:a="http://schemas.openxmlformats.org/drawingml/2006/main">
              <a:ext uri="{FF2B5EF4-FFF2-40B4-BE49-F238E27FC236}">
                <a16:creationId xmlns:a16="http://schemas.microsoft.com/office/drawing/2014/main" id="{AC238E9C-839E-48C8-A26D-6427BFB17ADD}"/>
              </a:ext>
            </a:extLst>
          </p:cNvPr>
          <p:cNvSpPr>
            <a:spLocks xmlns:a="http://schemas.openxmlformats.org/drawingml/2006/main" noGrp="1"/>
          </p:cNvSpPr>
          <p:nvPr/>
        </p:nvSpPr>
        <p:spPr>
          <a:xfrm xmlns:a="http://schemas.openxmlformats.org/drawingml/2006/main">
            <a:off x="3486150" y="5114925"/>
            <a:ext cx="2514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173347"/>
                </a:solidFill>
                <a:latin typeface="Helvetica Neue"/>
                <a:ea typeface="Helvetica Neue"/>
                <a:cs typeface="Helvetica Neue"/>
              </a:defRPr>
            </a:defPPr>
            <a:lvl1pPr algn="l">
              <a:defRPr sz="2175" b="1">
                <a:solidFill>
                  <a:srgbClr val="173347"/>
                </a:solidFill>
                <a:latin typeface="Helvetica Neue"/>
                <a:ea typeface="Helvetica Neue"/>
                <a:cs typeface="Helvetica Neue"/>
              </a:defRPr>
            </a:lvl1pPr>
            <a:lvl2pPr algn="l">
              <a:defRPr sz="2175" b="1">
                <a:solidFill>
                  <a:srgbClr val="173347"/>
                </a:solidFill>
                <a:latin typeface="Helvetica Neue"/>
                <a:ea typeface="Helvetica Neue"/>
                <a:cs typeface="Helvetica Neue"/>
              </a:defRPr>
            </a:lvl2pPr>
            <a:lvl3pPr algn="l">
              <a:defRPr sz="2175" b="1">
                <a:solidFill>
                  <a:srgbClr val="173347"/>
                </a:solidFill>
                <a:latin typeface="Helvetica Neue"/>
                <a:ea typeface="Helvetica Neue"/>
                <a:cs typeface="Helvetica Neue"/>
              </a:defRPr>
            </a:lvl3pPr>
            <a:lvl4pPr algn="l">
              <a:defRPr sz="2175" b="1">
                <a:solidFill>
                  <a:srgbClr val="173347"/>
                </a:solidFill>
                <a:latin typeface="Helvetica Neue"/>
                <a:ea typeface="Helvetica Neue"/>
                <a:cs typeface="Helvetica Neue"/>
              </a:defRPr>
            </a:lvl4pPr>
            <a:lvl5pPr algn="l">
              <a:defRPr sz="2175" b="1">
                <a:solidFill>
                  <a:srgbClr val="173347"/>
                </a:solidFill>
                <a:latin typeface="Helvetica Neue"/>
                <a:ea typeface="Helvetica Neue"/>
                <a:cs typeface="Helvetica Neue"/>
              </a:defRPr>
            </a:lvl5pPr>
            <a:lvl6pPr algn="l">
              <a:defRPr sz="2175" b="1">
                <a:solidFill>
                  <a:srgbClr val="173347"/>
                </a:solidFill>
                <a:latin typeface="Helvetica Neue"/>
                <a:ea typeface="Helvetica Neue"/>
                <a:cs typeface="Helvetica Neue"/>
              </a:defRPr>
            </a:lvl6pPr>
            <a:lvl7pPr algn="l">
              <a:defRPr sz="2175" b="1">
                <a:solidFill>
                  <a:srgbClr val="173347"/>
                </a:solidFill>
                <a:latin typeface="Helvetica Neue"/>
                <a:ea typeface="Helvetica Neue"/>
                <a:cs typeface="Helvetica Neue"/>
              </a:defRPr>
            </a:lvl7pPr>
            <a:lvl8pPr algn="l">
              <a:defRPr sz="2175" b="1">
                <a:solidFill>
                  <a:srgbClr val="173347"/>
                </a:solidFill>
                <a:latin typeface="Helvetica Neue"/>
                <a:ea typeface="Helvetica Neue"/>
                <a:cs typeface="Helvetica Neue"/>
              </a:defRPr>
            </a:lvl8pPr>
            <a:lvl9pPr algn="l">
              <a:defRPr sz="2175" b="1">
                <a:solidFill>
                  <a:srgbClr val="173347"/>
                </a:solidFill>
                <a:latin typeface="Helvetica Neue"/>
                <a:ea typeface="Helvetica Neue"/>
                <a:cs typeface="Helvetica Neue"/>
              </a:defRPr>
            </a:lvl9pPr>
          </a:lstStyle>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План</a:t>
            </a:r>
          </a:p>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занятия</a:t>
            </a:r>
          </a:p>
        </p:txBody>
      </p:sp>
      <p:sp>
        <p:nvSpPr>
          <p:cNvPr id="14" name="">
            <a:extLst xmlns:a="http://schemas.openxmlformats.org/drawingml/2006/main">
              <a:ext uri="{FF2B5EF4-FFF2-40B4-BE49-F238E27FC236}">
                <a16:creationId xmlns:a16="http://schemas.microsoft.com/office/drawing/2014/main" id="{52BC42E9-F541-429A-83A1-AC722043B647}"/>
              </a:ext>
            </a:extLst>
          </p:cNvPr>
          <p:cNvSpPr>
            <a:spLocks xmlns:a="http://schemas.openxmlformats.org/drawingml/2006/main" noGrp="1"/>
          </p:cNvSpPr>
          <p:nvPr/>
        </p:nvSpPr>
        <p:spPr>
          <a:xfrm xmlns:a="http://schemas.openxmlformats.org/drawingml/2006/main">
            <a:off x="3486150" y="6038850"/>
            <a:ext cx="25431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0">
                <a:solidFill>
                  <a:srgbClr val="607581"/>
                </a:solidFill>
                <a:latin typeface="Helvetica Neue"/>
                <a:ea typeface="Helvetica Neue"/>
                <a:cs typeface="Helvetica Neue"/>
              </a:defRPr>
            </a:defPPr>
            <a:lvl1pPr algn="l">
              <a:defRPr sz="1650" b="0">
                <a:solidFill>
                  <a:srgbClr val="607581"/>
                </a:solidFill>
                <a:latin typeface="Helvetica Neue"/>
                <a:ea typeface="Helvetica Neue"/>
                <a:cs typeface="Helvetica Neue"/>
              </a:defRPr>
            </a:lvl1pPr>
            <a:lvl2pPr algn="l">
              <a:defRPr sz="1650" b="0">
                <a:solidFill>
                  <a:srgbClr val="607581"/>
                </a:solidFill>
                <a:latin typeface="Helvetica Neue"/>
                <a:ea typeface="Helvetica Neue"/>
                <a:cs typeface="Helvetica Neue"/>
              </a:defRPr>
            </a:lvl2pPr>
            <a:lvl3pPr algn="l">
              <a:defRPr sz="1650" b="0">
                <a:solidFill>
                  <a:srgbClr val="607581"/>
                </a:solidFill>
                <a:latin typeface="Helvetica Neue"/>
                <a:ea typeface="Helvetica Neue"/>
                <a:cs typeface="Helvetica Neue"/>
              </a:defRPr>
            </a:lvl3pPr>
            <a:lvl4pPr algn="l">
              <a:defRPr sz="1650" b="0">
                <a:solidFill>
                  <a:srgbClr val="607581"/>
                </a:solidFill>
                <a:latin typeface="Helvetica Neue"/>
                <a:ea typeface="Helvetica Neue"/>
                <a:cs typeface="Helvetica Neue"/>
              </a:defRPr>
            </a:lvl4pPr>
            <a:lvl5pPr algn="l">
              <a:defRPr sz="1650" b="0">
                <a:solidFill>
                  <a:srgbClr val="607581"/>
                </a:solidFill>
                <a:latin typeface="Helvetica Neue"/>
                <a:ea typeface="Helvetica Neue"/>
                <a:cs typeface="Helvetica Neue"/>
              </a:defRPr>
            </a:lvl5pPr>
            <a:lvl6pPr algn="l">
              <a:defRPr sz="1650" b="0">
                <a:solidFill>
                  <a:srgbClr val="607581"/>
                </a:solidFill>
                <a:latin typeface="Helvetica Neue"/>
                <a:ea typeface="Helvetica Neue"/>
                <a:cs typeface="Helvetica Neue"/>
              </a:defRPr>
            </a:lvl6pPr>
            <a:lvl7pPr algn="l">
              <a:defRPr sz="1650" b="0">
                <a:solidFill>
                  <a:srgbClr val="607581"/>
                </a:solidFill>
                <a:latin typeface="Helvetica Neue"/>
                <a:ea typeface="Helvetica Neue"/>
                <a:cs typeface="Helvetica Neue"/>
              </a:defRPr>
            </a:lvl7pPr>
            <a:lvl8pPr algn="l">
              <a:defRPr sz="1650" b="0">
                <a:solidFill>
                  <a:srgbClr val="607581"/>
                </a:solidFill>
                <a:latin typeface="Helvetica Neue"/>
                <a:ea typeface="Helvetica Neue"/>
                <a:cs typeface="Helvetica Neue"/>
              </a:defRPr>
            </a:lvl8pPr>
            <a:lvl9pPr algn="l">
              <a:defRPr sz="1650" b="0">
                <a:solidFill>
                  <a:srgbClr val="607581"/>
                </a:solidFill>
                <a:latin typeface="Helvetica Neue"/>
                <a:ea typeface="Helvetica Neue"/>
                <a:cs typeface="Helvetica Neue"/>
              </a:defRPr>
            </a:lvl9pPr>
          </a:lstStyle>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Выбирает 3, 5 или 10 мин.</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Или задаёт цель для</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адаптивного плана.</a:t>
            </a:r>
          </a:p>
        </p:txBody>
      </p:sp>
      <p:sp>
        <p:nvSpPr>
          <p:cNvPr id="15" name="">
            <a:extLst xmlns:a="http://schemas.openxmlformats.org/drawingml/2006/main">
              <a:ext uri="{FF2B5EF4-FFF2-40B4-BE49-F238E27FC236}">
                <a16:creationId xmlns:a16="http://schemas.microsoft.com/office/drawing/2014/main" id="{DE8ACED4-B144-4FDD-873C-4C8D64752AD6}"/>
              </a:ext>
            </a:extLst>
          </p:cNvPr>
          <p:cNvSpPr>
            <a:spLocks xmlns:a="http://schemas.openxmlformats.org/drawingml/2006/main" noGrp="1"/>
          </p:cNvSpPr>
          <p:nvPr/>
        </p:nvSpPr>
        <p:spPr>
          <a:xfrm xmlns:a="http://schemas.openxmlformats.org/drawingml/2006/main">
            <a:off x="3486150" y="7181850"/>
            <a:ext cx="2543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1">
                <a:solidFill>
                  <a:srgbClr val="247C63"/>
                </a:solidFill>
                <a:latin typeface="Helvetica Neue"/>
                <a:ea typeface="Helvetica Neue"/>
                <a:cs typeface="Helvetica Neue"/>
              </a:defRPr>
            </a:defPPr>
            <a:lvl1pPr algn="l">
              <a:defRPr sz="1575" b="1">
                <a:solidFill>
                  <a:srgbClr val="247C63"/>
                </a:solidFill>
                <a:latin typeface="Helvetica Neue"/>
                <a:ea typeface="Helvetica Neue"/>
                <a:cs typeface="Helvetica Neue"/>
              </a:defRPr>
            </a:lvl1pPr>
            <a:lvl2pPr algn="l">
              <a:defRPr sz="1575" b="1">
                <a:solidFill>
                  <a:srgbClr val="247C63"/>
                </a:solidFill>
                <a:latin typeface="Helvetica Neue"/>
                <a:ea typeface="Helvetica Neue"/>
                <a:cs typeface="Helvetica Neue"/>
              </a:defRPr>
            </a:lvl2pPr>
            <a:lvl3pPr algn="l">
              <a:defRPr sz="1575" b="1">
                <a:solidFill>
                  <a:srgbClr val="247C63"/>
                </a:solidFill>
                <a:latin typeface="Helvetica Neue"/>
                <a:ea typeface="Helvetica Neue"/>
                <a:cs typeface="Helvetica Neue"/>
              </a:defRPr>
            </a:lvl3pPr>
            <a:lvl4pPr algn="l">
              <a:defRPr sz="1575" b="1">
                <a:solidFill>
                  <a:srgbClr val="247C63"/>
                </a:solidFill>
                <a:latin typeface="Helvetica Neue"/>
                <a:ea typeface="Helvetica Neue"/>
                <a:cs typeface="Helvetica Neue"/>
              </a:defRPr>
            </a:lvl4pPr>
            <a:lvl5pPr algn="l">
              <a:defRPr sz="1575" b="1">
                <a:solidFill>
                  <a:srgbClr val="247C63"/>
                </a:solidFill>
                <a:latin typeface="Helvetica Neue"/>
                <a:ea typeface="Helvetica Neue"/>
                <a:cs typeface="Helvetica Neue"/>
              </a:defRPr>
            </a:lvl5pPr>
            <a:lvl6pPr algn="l">
              <a:defRPr sz="1575" b="1">
                <a:solidFill>
                  <a:srgbClr val="247C63"/>
                </a:solidFill>
                <a:latin typeface="Helvetica Neue"/>
                <a:ea typeface="Helvetica Neue"/>
                <a:cs typeface="Helvetica Neue"/>
              </a:defRPr>
            </a:lvl6pPr>
            <a:lvl7pPr algn="l">
              <a:defRPr sz="1575" b="1">
                <a:solidFill>
                  <a:srgbClr val="247C63"/>
                </a:solidFill>
                <a:latin typeface="Helvetica Neue"/>
                <a:ea typeface="Helvetica Neue"/>
                <a:cs typeface="Helvetica Neue"/>
              </a:defRPr>
            </a:lvl7pPr>
            <a:lvl8pPr algn="l">
              <a:defRPr sz="1575" b="1">
                <a:solidFill>
                  <a:srgbClr val="247C63"/>
                </a:solidFill>
                <a:latin typeface="Helvetica Neue"/>
                <a:ea typeface="Helvetica Neue"/>
                <a:cs typeface="Helvetica Neue"/>
              </a:defRPr>
            </a:lvl8pPr>
            <a:lvl9pPr algn="l">
              <a:defRPr sz="1575" b="1">
                <a:solidFill>
                  <a:srgbClr val="247C63"/>
                </a:solidFill>
                <a:latin typeface="Helvetica Neue"/>
                <a:ea typeface="Helvetica Neue"/>
                <a:cs typeface="Helvetica Neue"/>
              </a:defRPr>
            </a:lvl9pPr>
          </a:lstStyle>
          <a:p xmlns:a="http://schemas.openxmlformats.org/drawingml/2006/main">
            <a:pPr algn="l">
              <a:defRPr sz="1575" b="1">
                <a:solidFill>
                  <a:srgbClr val="247C63"/>
                </a:solidFill>
                <a:latin typeface="Helvetica Neue"/>
                <a:ea typeface="Helvetica Neue"/>
                <a:cs typeface="Helvetica Neue"/>
              </a:defRPr>
            </a:pPr>
            <a:r>
              <a:rPr sz="1575" b="1">
                <a:solidFill>
                  <a:srgbClr val="247C63"/>
                </a:solidFill>
                <a:latin typeface="Helvetica Neue"/>
                <a:ea typeface="Helvetica Neue"/>
                <a:cs typeface="Helvetica Neue"/>
              </a:rPr>
              <a:t>Задания подобраны</a:t>
            </a:r>
          </a:p>
        </p:txBody>
      </p:sp>
      <p:sp>
        <p:nvSpPr>
          <p:cNvPr id="16" name="">
            <a:extLst xmlns:a="http://schemas.openxmlformats.org/drawingml/2006/main">
              <a:ext uri="{FF2B5EF4-FFF2-40B4-BE49-F238E27FC236}">
                <a16:creationId xmlns:a16="http://schemas.microsoft.com/office/drawing/2014/main" id="{444F20B3-42A9-4AF7-B996-F443853DC785}"/>
              </a:ext>
            </a:extLst>
          </p:cNvPr>
          <p:cNvSpPr>
            <a:spLocks xmlns:a="http://schemas.openxmlformats.org/drawingml/2006/main" noGrp="1"/>
          </p:cNvSpPr>
          <p:nvPr/>
        </p:nvSpPr>
        <p:spPr>
          <a:xfrm xmlns:a="http://schemas.openxmlformats.org/drawingml/2006/main">
            <a:off x="6362700" y="4352925"/>
            <a:ext cx="533400" cy="533400"/>
          </a:xfrm>
          <a:prstGeom xmlns:a="http://schemas.openxmlformats.org/drawingml/2006/main" prst="ellipse">
            <a:avLst/>
          </a:prstGeom>
          <a:solidFill xmlns:a="http://schemas.openxmlformats.org/drawingml/2006/main">
            <a:srgbClr val="1B6A91"/>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875" b="1">
                <a:solidFill>
                  <a:srgbClr val="FFFFFF"/>
                </a:solidFill>
                <a:latin typeface="Helvetica Neue"/>
                <a:ea typeface="Helvetica Neue"/>
                <a:cs typeface="Helvetica Neue"/>
              </a:defRPr>
            </a:defPPr>
            <a:lvl1pPr algn="ctr">
              <a:defRPr sz="1875" b="1">
                <a:solidFill>
                  <a:srgbClr val="FFFFFF"/>
                </a:solidFill>
                <a:latin typeface="Helvetica Neue"/>
                <a:ea typeface="Helvetica Neue"/>
                <a:cs typeface="Helvetica Neue"/>
              </a:defRPr>
            </a:lvl1pPr>
            <a:lvl2pPr algn="ctr">
              <a:defRPr sz="1875" b="1">
                <a:solidFill>
                  <a:srgbClr val="FFFFFF"/>
                </a:solidFill>
                <a:latin typeface="Helvetica Neue"/>
                <a:ea typeface="Helvetica Neue"/>
                <a:cs typeface="Helvetica Neue"/>
              </a:defRPr>
            </a:lvl2pPr>
            <a:lvl3pPr algn="ctr">
              <a:defRPr sz="1875" b="1">
                <a:solidFill>
                  <a:srgbClr val="FFFFFF"/>
                </a:solidFill>
                <a:latin typeface="Helvetica Neue"/>
                <a:ea typeface="Helvetica Neue"/>
                <a:cs typeface="Helvetica Neue"/>
              </a:defRPr>
            </a:lvl3pPr>
            <a:lvl4pPr algn="ctr">
              <a:defRPr sz="1875" b="1">
                <a:solidFill>
                  <a:srgbClr val="FFFFFF"/>
                </a:solidFill>
                <a:latin typeface="Helvetica Neue"/>
                <a:ea typeface="Helvetica Neue"/>
                <a:cs typeface="Helvetica Neue"/>
              </a:defRPr>
            </a:lvl4pPr>
            <a:lvl5pPr algn="ctr">
              <a:defRPr sz="1875" b="1">
                <a:solidFill>
                  <a:srgbClr val="FFFFFF"/>
                </a:solidFill>
                <a:latin typeface="Helvetica Neue"/>
                <a:ea typeface="Helvetica Neue"/>
                <a:cs typeface="Helvetica Neue"/>
              </a:defRPr>
            </a:lvl5pPr>
            <a:lvl6pPr algn="ctr">
              <a:defRPr sz="1875" b="1">
                <a:solidFill>
                  <a:srgbClr val="FFFFFF"/>
                </a:solidFill>
                <a:latin typeface="Helvetica Neue"/>
                <a:ea typeface="Helvetica Neue"/>
                <a:cs typeface="Helvetica Neue"/>
              </a:defRPr>
            </a:lvl6pPr>
            <a:lvl7pPr algn="ctr">
              <a:defRPr sz="1875" b="1">
                <a:solidFill>
                  <a:srgbClr val="FFFFFF"/>
                </a:solidFill>
                <a:latin typeface="Helvetica Neue"/>
                <a:ea typeface="Helvetica Neue"/>
                <a:cs typeface="Helvetica Neue"/>
              </a:defRPr>
            </a:lvl7pPr>
            <a:lvl8pPr algn="ctr">
              <a:defRPr sz="1875" b="1">
                <a:solidFill>
                  <a:srgbClr val="FFFFFF"/>
                </a:solidFill>
                <a:latin typeface="Helvetica Neue"/>
                <a:ea typeface="Helvetica Neue"/>
                <a:cs typeface="Helvetica Neue"/>
              </a:defRPr>
            </a:lvl8pPr>
            <a:lvl9pPr algn="ctr">
              <a:defRPr sz="1875" b="1">
                <a:solidFill>
                  <a:srgbClr val="FFFFFF"/>
                </a:solidFill>
                <a:latin typeface="Helvetica Neue"/>
                <a:ea typeface="Helvetica Neue"/>
                <a:cs typeface="Helvetica Neue"/>
              </a:defRPr>
            </a:lvl9pPr>
          </a:lstStyle>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3</a:t>
            </a:r>
          </a:p>
        </p:txBody>
      </p:sp>
      <p:cxnSp>
        <p:nvCxnSpPr>
          <p:cNvPr id="17" name="">
            <a:extLst xmlns:a="http://schemas.openxmlformats.org/drawingml/2006/main">
              <a:ext uri="{FF2B5EF4-FFF2-40B4-BE49-F238E27FC236}">
                <a16:creationId xmlns:a16="http://schemas.microsoft.com/office/drawing/2014/main" id="{43D8C8D8-77CE-4A6E-9DE0-6FB704688E81}"/>
              </a:ext>
            </a:extLst>
          </p:cNvPr>
          <p:cNvCxnSpPr/>
          <p:nvPr/>
        </p:nvCxnSpPr>
        <p:spPr>
          <a:xfrm xmlns:a="http://schemas.openxmlformats.org/drawingml/2006/main">
            <a:off x="7096125" y="4619625"/>
            <a:ext cx="1905000" cy="0"/>
          </a:xfrm>
          <a:prstGeom xmlns:a="http://schemas.openxmlformats.org/drawingml/2006/main" prst="straightConnector1">
            <a:avLst/>
          </a:prstGeom>
          <a:ln xmlns:a="http://schemas.openxmlformats.org/drawingml/2006/main" w="19050">
            <a:solidFill>
              <a:srgbClr val="C5D6D8"/>
            </a:solidFill>
            <a:tailEnd type="arrow" w="med" len="med"/>
          </a:ln>
        </p:spPr>
      </p:cxnSp>
      <p:sp>
        <p:nvSpPr>
          <p:cNvPr id="18" name="">
            <a:extLst xmlns:a="http://schemas.openxmlformats.org/drawingml/2006/main">
              <a:ext uri="{FF2B5EF4-FFF2-40B4-BE49-F238E27FC236}">
                <a16:creationId xmlns:a16="http://schemas.microsoft.com/office/drawing/2014/main" id="{FFEA48C4-A265-4C8D-89BC-ADDB2FCA4C10}"/>
              </a:ext>
            </a:extLst>
          </p:cNvPr>
          <p:cNvSpPr>
            <a:spLocks xmlns:a="http://schemas.openxmlformats.org/drawingml/2006/main" noGrp="1"/>
          </p:cNvSpPr>
          <p:nvPr/>
        </p:nvSpPr>
        <p:spPr>
          <a:xfrm xmlns:a="http://schemas.openxmlformats.org/drawingml/2006/main">
            <a:off x="6362700" y="5114925"/>
            <a:ext cx="2514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173347"/>
                </a:solidFill>
                <a:latin typeface="Helvetica Neue"/>
                <a:ea typeface="Helvetica Neue"/>
                <a:cs typeface="Helvetica Neue"/>
              </a:defRPr>
            </a:defPPr>
            <a:lvl1pPr algn="l">
              <a:defRPr sz="2175" b="1">
                <a:solidFill>
                  <a:srgbClr val="173347"/>
                </a:solidFill>
                <a:latin typeface="Helvetica Neue"/>
                <a:ea typeface="Helvetica Neue"/>
                <a:cs typeface="Helvetica Neue"/>
              </a:defRPr>
            </a:lvl1pPr>
            <a:lvl2pPr algn="l">
              <a:defRPr sz="2175" b="1">
                <a:solidFill>
                  <a:srgbClr val="173347"/>
                </a:solidFill>
                <a:latin typeface="Helvetica Neue"/>
                <a:ea typeface="Helvetica Neue"/>
                <a:cs typeface="Helvetica Neue"/>
              </a:defRPr>
            </a:lvl2pPr>
            <a:lvl3pPr algn="l">
              <a:defRPr sz="2175" b="1">
                <a:solidFill>
                  <a:srgbClr val="173347"/>
                </a:solidFill>
                <a:latin typeface="Helvetica Neue"/>
                <a:ea typeface="Helvetica Neue"/>
                <a:cs typeface="Helvetica Neue"/>
              </a:defRPr>
            </a:lvl3pPr>
            <a:lvl4pPr algn="l">
              <a:defRPr sz="2175" b="1">
                <a:solidFill>
                  <a:srgbClr val="173347"/>
                </a:solidFill>
                <a:latin typeface="Helvetica Neue"/>
                <a:ea typeface="Helvetica Neue"/>
                <a:cs typeface="Helvetica Neue"/>
              </a:defRPr>
            </a:lvl4pPr>
            <a:lvl5pPr algn="l">
              <a:defRPr sz="2175" b="1">
                <a:solidFill>
                  <a:srgbClr val="173347"/>
                </a:solidFill>
                <a:latin typeface="Helvetica Neue"/>
                <a:ea typeface="Helvetica Neue"/>
                <a:cs typeface="Helvetica Neue"/>
              </a:defRPr>
            </a:lvl5pPr>
            <a:lvl6pPr algn="l">
              <a:defRPr sz="2175" b="1">
                <a:solidFill>
                  <a:srgbClr val="173347"/>
                </a:solidFill>
                <a:latin typeface="Helvetica Neue"/>
                <a:ea typeface="Helvetica Neue"/>
                <a:cs typeface="Helvetica Neue"/>
              </a:defRPr>
            </a:lvl6pPr>
            <a:lvl7pPr algn="l">
              <a:defRPr sz="2175" b="1">
                <a:solidFill>
                  <a:srgbClr val="173347"/>
                </a:solidFill>
                <a:latin typeface="Helvetica Neue"/>
                <a:ea typeface="Helvetica Neue"/>
                <a:cs typeface="Helvetica Neue"/>
              </a:defRPr>
            </a:lvl7pPr>
            <a:lvl8pPr algn="l">
              <a:defRPr sz="2175" b="1">
                <a:solidFill>
                  <a:srgbClr val="173347"/>
                </a:solidFill>
                <a:latin typeface="Helvetica Neue"/>
                <a:ea typeface="Helvetica Neue"/>
                <a:cs typeface="Helvetica Neue"/>
              </a:defRPr>
            </a:lvl8pPr>
            <a:lvl9pPr algn="l">
              <a:defRPr sz="2175" b="1">
                <a:solidFill>
                  <a:srgbClr val="173347"/>
                </a:solidFill>
                <a:latin typeface="Helvetica Neue"/>
                <a:ea typeface="Helvetica Neue"/>
                <a:cs typeface="Helvetica Neue"/>
              </a:defRPr>
            </a:lvl9pPr>
          </a:lstStyle>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Практика</a:t>
            </a:r>
          </a:p>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ребёнка</a:t>
            </a:r>
          </a:p>
        </p:txBody>
      </p:sp>
      <p:sp>
        <p:nvSpPr>
          <p:cNvPr id="19" name="">
            <a:extLst xmlns:a="http://schemas.openxmlformats.org/drawingml/2006/main">
              <a:ext uri="{FF2B5EF4-FFF2-40B4-BE49-F238E27FC236}">
                <a16:creationId xmlns:a16="http://schemas.microsoft.com/office/drawing/2014/main" id="{79439644-B85E-447D-8384-0100500EE92A}"/>
              </a:ext>
            </a:extLst>
          </p:cNvPr>
          <p:cNvSpPr>
            <a:spLocks xmlns:a="http://schemas.openxmlformats.org/drawingml/2006/main" noGrp="1"/>
          </p:cNvSpPr>
          <p:nvPr/>
        </p:nvSpPr>
        <p:spPr>
          <a:xfrm xmlns:a="http://schemas.openxmlformats.org/drawingml/2006/main">
            <a:off x="6362700" y="6038850"/>
            <a:ext cx="25431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0">
                <a:solidFill>
                  <a:srgbClr val="607581"/>
                </a:solidFill>
                <a:latin typeface="Helvetica Neue"/>
                <a:ea typeface="Helvetica Neue"/>
                <a:cs typeface="Helvetica Neue"/>
              </a:defRPr>
            </a:defPPr>
            <a:lvl1pPr algn="l">
              <a:defRPr sz="1650" b="0">
                <a:solidFill>
                  <a:srgbClr val="607581"/>
                </a:solidFill>
                <a:latin typeface="Helvetica Neue"/>
                <a:ea typeface="Helvetica Neue"/>
                <a:cs typeface="Helvetica Neue"/>
              </a:defRPr>
            </a:lvl1pPr>
            <a:lvl2pPr algn="l">
              <a:defRPr sz="1650" b="0">
                <a:solidFill>
                  <a:srgbClr val="607581"/>
                </a:solidFill>
                <a:latin typeface="Helvetica Neue"/>
                <a:ea typeface="Helvetica Neue"/>
                <a:cs typeface="Helvetica Neue"/>
              </a:defRPr>
            </a:lvl2pPr>
            <a:lvl3pPr algn="l">
              <a:defRPr sz="1650" b="0">
                <a:solidFill>
                  <a:srgbClr val="607581"/>
                </a:solidFill>
                <a:latin typeface="Helvetica Neue"/>
                <a:ea typeface="Helvetica Neue"/>
                <a:cs typeface="Helvetica Neue"/>
              </a:defRPr>
            </a:lvl3pPr>
            <a:lvl4pPr algn="l">
              <a:defRPr sz="1650" b="0">
                <a:solidFill>
                  <a:srgbClr val="607581"/>
                </a:solidFill>
                <a:latin typeface="Helvetica Neue"/>
                <a:ea typeface="Helvetica Neue"/>
                <a:cs typeface="Helvetica Neue"/>
              </a:defRPr>
            </a:lvl4pPr>
            <a:lvl5pPr algn="l">
              <a:defRPr sz="1650" b="0">
                <a:solidFill>
                  <a:srgbClr val="607581"/>
                </a:solidFill>
                <a:latin typeface="Helvetica Neue"/>
                <a:ea typeface="Helvetica Neue"/>
                <a:cs typeface="Helvetica Neue"/>
              </a:defRPr>
            </a:lvl5pPr>
            <a:lvl6pPr algn="l">
              <a:defRPr sz="1650" b="0">
                <a:solidFill>
                  <a:srgbClr val="607581"/>
                </a:solidFill>
                <a:latin typeface="Helvetica Neue"/>
                <a:ea typeface="Helvetica Neue"/>
                <a:cs typeface="Helvetica Neue"/>
              </a:defRPr>
            </a:lvl6pPr>
            <a:lvl7pPr algn="l">
              <a:defRPr sz="1650" b="0">
                <a:solidFill>
                  <a:srgbClr val="607581"/>
                </a:solidFill>
                <a:latin typeface="Helvetica Neue"/>
                <a:ea typeface="Helvetica Neue"/>
                <a:cs typeface="Helvetica Neue"/>
              </a:defRPr>
            </a:lvl7pPr>
            <a:lvl8pPr algn="l">
              <a:defRPr sz="1650" b="0">
                <a:solidFill>
                  <a:srgbClr val="607581"/>
                </a:solidFill>
                <a:latin typeface="Helvetica Neue"/>
                <a:ea typeface="Helvetica Neue"/>
                <a:cs typeface="Helvetica Neue"/>
              </a:defRPr>
            </a:lvl8pPr>
            <a:lvl9pPr algn="l">
              <a:defRPr sz="1650" b="0">
                <a:solidFill>
                  <a:srgbClr val="607581"/>
                </a:solidFill>
                <a:latin typeface="Helvetica Neue"/>
                <a:ea typeface="Helvetica Neue"/>
                <a:cs typeface="Helvetica Neue"/>
              </a:defRPr>
            </a:lvl9pPr>
          </a:lstStyle>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Слушает и выбирает</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картинку или собирает</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AAC-сообщение.</a:t>
            </a:r>
          </a:p>
        </p:txBody>
      </p:sp>
      <p:sp>
        <p:nvSpPr>
          <p:cNvPr id="20" name="">
            <a:extLst xmlns:a="http://schemas.openxmlformats.org/drawingml/2006/main">
              <a:ext uri="{FF2B5EF4-FFF2-40B4-BE49-F238E27FC236}">
                <a16:creationId xmlns:a16="http://schemas.microsoft.com/office/drawing/2014/main" id="{C122FE0B-B25F-495F-90F9-74E0956D793F}"/>
              </a:ext>
            </a:extLst>
          </p:cNvPr>
          <p:cNvSpPr>
            <a:spLocks xmlns:a="http://schemas.openxmlformats.org/drawingml/2006/main" noGrp="1"/>
          </p:cNvSpPr>
          <p:nvPr/>
        </p:nvSpPr>
        <p:spPr>
          <a:xfrm xmlns:a="http://schemas.openxmlformats.org/drawingml/2006/main">
            <a:off x="6362700" y="7181850"/>
            <a:ext cx="2543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1">
                <a:solidFill>
                  <a:srgbClr val="247C63"/>
                </a:solidFill>
                <a:latin typeface="Helvetica Neue"/>
                <a:ea typeface="Helvetica Neue"/>
                <a:cs typeface="Helvetica Neue"/>
              </a:defRPr>
            </a:defPPr>
            <a:lvl1pPr algn="l">
              <a:defRPr sz="1575" b="1">
                <a:solidFill>
                  <a:srgbClr val="247C63"/>
                </a:solidFill>
                <a:latin typeface="Helvetica Neue"/>
                <a:ea typeface="Helvetica Neue"/>
                <a:cs typeface="Helvetica Neue"/>
              </a:defRPr>
            </a:lvl1pPr>
            <a:lvl2pPr algn="l">
              <a:defRPr sz="1575" b="1">
                <a:solidFill>
                  <a:srgbClr val="247C63"/>
                </a:solidFill>
                <a:latin typeface="Helvetica Neue"/>
                <a:ea typeface="Helvetica Neue"/>
                <a:cs typeface="Helvetica Neue"/>
              </a:defRPr>
            </a:lvl2pPr>
            <a:lvl3pPr algn="l">
              <a:defRPr sz="1575" b="1">
                <a:solidFill>
                  <a:srgbClr val="247C63"/>
                </a:solidFill>
                <a:latin typeface="Helvetica Neue"/>
                <a:ea typeface="Helvetica Neue"/>
                <a:cs typeface="Helvetica Neue"/>
              </a:defRPr>
            </a:lvl3pPr>
            <a:lvl4pPr algn="l">
              <a:defRPr sz="1575" b="1">
                <a:solidFill>
                  <a:srgbClr val="247C63"/>
                </a:solidFill>
                <a:latin typeface="Helvetica Neue"/>
                <a:ea typeface="Helvetica Neue"/>
                <a:cs typeface="Helvetica Neue"/>
              </a:defRPr>
            </a:lvl4pPr>
            <a:lvl5pPr algn="l">
              <a:defRPr sz="1575" b="1">
                <a:solidFill>
                  <a:srgbClr val="247C63"/>
                </a:solidFill>
                <a:latin typeface="Helvetica Neue"/>
                <a:ea typeface="Helvetica Neue"/>
                <a:cs typeface="Helvetica Neue"/>
              </a:defRPr>
            </a:lvl5pPr>
            <a:lvl6pPr algn="l">
              <a:defRPr sz="1575" b="1">
                <a:solidFill>
                  <a:srgbClr val="247C63"/>
                </a:solidFill>
                <a:latin typeface="Helvetica Neue"/>
                <a:ea typeface="Helvetica Neue"/>
                <a:cs typeface="Helvetica Neue"/>
              </a:defRPr>
            </a:lvl6pPr>
            <a:lvl7pPr algn="l">
              <a:defRPr sz="1575" b="1">
                <a:solidFill>
                  <a:srgbClr val="247C63"/>
                </a:solidFill>
                <a:latin typeface="Helvetica Neue"/>
                <a:ea typeface="Helvetica Neue"/>
                <a:cs typeface="Helvetica Neue"/>
              </a:defRPr>
            </a:lvl7pPr>
            <a:lvl8pPr algn="l">
              <a:defRPr sz="1575" b="1">
                <a:solidFill>
                  <a:srgbClr val="247C63"/>
                </a:solidFill>
                <a:latin typeface="Helvetica Neue"/>
                <a:ea typeface="Helvetica Neue"/>
                <a:cs typeface="Helvetica Neue"/>
              </a:defRPr>
            </a:lvl8pPr>
            <a:lvl9pPr algn="l">
              <a:defRPr sz="1575" b="1">
                <a:solidFill>
                  <a:srgbClr val="247C63"/>
                </a:solidFill>
                <a:latin typeface="Helvetica Neue"/>
                <a:ea typeface="Helvetica Neue"/>
                <a:cs typeface="Helvetica Neue"/>
              </a:defRPr>
            </a:lvl9pPr>
          </a:lstStyle>
          <a:p xmlns:a="http://schemas.openxmlformats.org/drawingml/2006/main">
            <a:pPr algn="l">
              <a:defRPr sz="1575" b="1">
                <a:solidFill>
                  <a:srgbClr val="247C63"/>
                </a:solidFill>
                <a:latin typeface="Helvetica Neue"/>
                <a:ea typeface="Helvetica Neue"/>
                <a:cs typeface="Helvetica Neue"/>
              </a:defRPr>
            </a:pPr>
            <a:r>
              <a:rPr sz="1575" b="1">
                <a:solidFill>
                  <a:srgbClr val="247C63"/>
                </a:solidFill>
                <a:latin typeface="Helvetica Neue"/>
                <a:ea typeface="Helvetica Neue"/>
                <a:cs typeface="Helvetica Neue"/>
              </a:rPr>
              <a:t>Ответ или сообщение</a:t>
            </a:r>
          </a:p>
        </p:txBody>
      </p:sp>
      <p:sp>
        <p:nvSpPr>
          <p:cNvPr id="21" name="">
            <a:extLst xmlns:a="http://schemas.openxmlformats.org/drawingml/2006/main">
              <a:ext uri="{FF2B5EF4-FFF2-40B4-BE49-F238E27FC236}">
                <a16:creationId xmlns:a16="http://schemas.microsoft.com/office/drawing/2014/main" id="{2DEAA2DC-8B57-43C6-AB29-FB2380A37624}"/>
              </a:ext>
            </a:extLst>
          </p:cNvPr>
          <p:cNvSpPr>
            <a:spLocks xmlns:a="http://schemas.openxmlformats.org/drawingml/2006/main" noGrp="1"/>
          </p:cNvSpPr>
          <p:nvPr/>
        </p:nvSpPr>
        <p:spPr>
          <a:xfrm xmlns:a="http://schemas.openxmlformats.org/drawingml/2006/main">
            <a:off x="9239250" y="4352925"/>
            <a:ext cx="533400" cy="533400"/>
          </a:xfrm>
          <a:prstGeom xmlns:a="http://schemas.openxmlformats.org/drawingml/2006/main" prst="ellipse">
            <a:avLst/>
          </a:prstGeom>
          <a:solidFill xmlns:a="http://schemas.openxmlformats.org/drawingml/2006/main">
            <a:srgbClr val="DDEAE8"/>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875" b="1">
                <a:solidFill>
                  <a:srgbClr val="1B6A91"/>
                </a:solidFill>
                <a:latin typeface="Helvetica Neue"/>
                <a:ea typeface="Helvetica Neue"/>
                <a:cs typeface="Helvetica Neue"/>
              </a:defRPr>
            </a:defPPr>
            <a:lvl1pPr algn="ctr">
              <a:defRPr sz="1875" b="1">
                <a:solidFill>
                  <a:srgbClr val="1B6A91"/>
                </a:solidFill>
                <a:latin typeface="Helvetica Neue"/>
                <a:ea typeface="Helvetica Neue"/>
                <a:cs typeface="Helvetica Neue"/>
              </a:defRPr>
            </a:lvl1pPr>
            <a:lvl2pPr algn="ctr">
              <a:defRPr sz="1875" b="1">
                <a:solidFill>
                  <a:srgbClr val="1B6A91"/>
                </a:solidFill>
                <a:latin typeface="Helvetica Neue"/>
                <a:ea typeface="Helvetica Neue"/>
                <a:cs typeface="Helvetica Neue"/>
              </a:defRPr>
            </a:lvl2pPr>
            <a:lvl3pPr algn="ctr">
              <a:defRPr sz="1875" b="1">
                <a:solidFill>
                  <a:srgbClr val="1B6A91"/>
                </a:solidFill>
                <a:latin typeface="Helvetica Neue"/>
                <a:ea typeface="Helvetica Neue"/>
                <a:cs typeface="Helvetica Neue"/>
              </a:defRPr>
            </a:lvl3pPr>
            <a:lvl4pPr algn="ctr">
              <a:defRPr sz="1875" b="1">
                <a:solidFill>
                  <a:srgbClr val="1B6A91"/>
                </a:solidFill>
                <a:latin typeface="Helvetica Neue"/>
                <a:ea typeface="Helvetica Neue"/>
                <a:cs typeface="Helvetica Neue"/>
              </a:defRPr>
            </a:lvl4pPr>
            <a:lvl5pPr algn="ctr">
              <a:defRPr sz="1875" b="1">
                <a:solidFill>
                  <a:srgbClr val="1B6A91"/>
                </a:solidFill>
                <a:latin typeface="Helvetica Neue"/>
                <a:ea typeface="Helvetica Neue"/>
                <a:cs typeface="Helvetica Neue"/>
              </a:defRPr>
            </a:lvl5pPr>
            <a:lvl6pPr algn="ctr">
              <a:defRPr sz="1875" b="1">
                <a:solidFill>
                  <a:srgbClr val="1B6A91"/>
                </a:solidFill>
                <a:latin typeface="Helvetica Neue"/>
                <a:ea typeface="Helvetica Neue"/>
                <a:cs typeface="Helvetica Neue"/>
              </a:defRPr>
            </a:lvl6pPr>
            <a:lvl7pPr algn="ctr">
              <a:defRPr sz="1875" b="1">
                <a:solidFill>
                  <a:srgbClr val="1B6A91"/>
                </a:solidFill>
                <a:latin typeface="Helvetica Neue"/>
                <a:ea typeface="Helvetica Neue"/>
                <a:cs typeface="Helvetica Neue"/>
              </a:defRPr>
            </a:lvl7pPr>
            <a:lvl8pPr algn="ctr">
              <a:defRPr sz="1875" b="1">
                <a:solidFill>
                  <a:srgbClr val="1B6A91"/>
                </a:solidFill>
                <a:latin typeface="Helvetica Neue"/>
                <a:ea typeface="Helvetica Neue"/>
                <a:cs typeface="Helvetica Neue"/>
              </a:defRPr>
            </a:lvl8pPr>
            <a:lvl9pPr algn="ctr">
              <a:defRPr sz="1875" b="1">
                <a:solidFill>
                  <a:srgbClr val="1B6A91"/>
                </a:solidFill>
                <a:latin typeface="Helvetica Neue"/>
                <a:ea typeface="Helvetica Neue"/>
                <a:cs typeface="Helvetica Neue"/>
              </a:defRPr>
            </a:lvl9pPr>
          </a:lstStyle>
          <a:p xmlns:a="http://schemas.openxmlformats.org/drawingml/2006/main">
            <a:pPr algn="ctr">
              <a:defRPr sz="1875" b="1">
                <a:solidFill>
                  <a:srgbClr val="1B6A91"/>
                </a:solidFill>
                <a:latin typeface="Helvetica Neue"/>
                <a:ea typeface="Helvetica Neue"/>
                <a:cs typeface="Helvetica Neue"/>
              </a:defRPr>
            </a:pPr>
            <a:r>
              <a:rPr sz="1875" b="1">
                <a:solidFill>
                  <a:srgbClr val="1B6A91"/>
                </a:solidFill>
                <a:latin typeface="Helvetica Neue"/>
                <a:ea typeface="Helvetica Neue"/>
                <a:cs typeface="Helvetica Neue"/>
              </a:rPr>
              <a:t>4</a:t>
            </a:r>
          </a:p>
        </p:txBody>
      </p:sp>
      <p:cxnSp>
        <p:nvCxnSpPr>
          <p:cNvPr id="22" name="">
            <a:extLst xmlns:a="http://schemas.openxmlformats.org/drawingml/2006/main">
              <a:ext uri="{FF2B5EF4-FFF2-40B4-BE49-F238E27FC236}">
                <a16:creationId xmlns:a16="http://schemas.microsoft.com/office/drawing/2014/main" id="{84D9C9D3-0711-4CA1-A309-6F88659B61DC}"/>
              </a:ext>
            </a:extLst>
          </p:cNvPr>
          <p:cNvCxnSpPr/>
          <p:nvPr/>
        </p:nvCxnSpPr>
        <p:spPr>
          <a:xfrm xmlns:a="http://schemas.openxmlformats.org/drawingml/2006/main">
            <a:off x="9972675" y="4619625"/>
            <a:ext cx="1905000" cy="0"/>
          </a:xfrm>
          <a:prstGeom xmlns:a="http://schemas.openxmlformats.org/drawingml/2006/main" prst="straightConnector1">
            <a:avLst/>
          </a:prstGeom>
          <a:ln xmlns:a="http://schemas.openxmlformats.org/drawingml/2006/main" w="19050">
            <a:solidFill>
              <a:srgbClr val="C5D6D8"/>
            </a:solidFill>
            <a:tailEnd type="arrow" w="med" len="med"/>
          </a:ln>
        </p:spPr>
      </p:cxnSp>
      <p:sp>
        <p:nvSpPr>
          <p:cNvPr id="23" name="">
            <a:extLst xmlns:a="http://schemas.openxmlformats.org/drawingml/2006/main">
              <a:ext uri="{FF2B5EF4-FFF2-40B4-BE49-F238E27FC236}">
                <a16:creationId xmlns:a16="http://schemas.microsoft.com/office/drawing/2014/main" id="{705B8649-E9ED-4ACA-B716-C74DE2353B85}"/>
              </a:ext>
            </a:extLst>
          </p:cNvPr>
          <p:cNvSpPr>
            <a:spLocks xmlns:a="http://schemas.openxmlformats.org/drawingml/2006/main" noGrp="1"/>
          </p:cNvSpPr>
          <p:nvPr/>
        </p:nvSpPr>
        <p:spPr>
          <a:xfrm xmlns:a="http://schemas.openxmlformats.org/drawingml/2006/main">
            <a:off x="9239250" y="5114925"/>
            <a:ext cx="2514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173347"/>
                </a:solidFill>
                <a:latin typeface="Helvetica Neue"/>
                <a:ea typeface="Helvetica Neue"/>
                <a:cs typeface="Helvetica Neue"/>
              </a:defRPr>
            </a:defPPr>
            <a:lvl1pPr algn="l">
              <a:defRPr sz="2175" b="1">
                <a:solidFill>
                  <a:srgbClr val="173347"/>
                </a:solidFill>
                <a:latin typeface="Helvetica Neue"/>
                <a:ea typeface="Helvetica Neue"/>
                <a:cs typeface="Helvetica Neue"/>
              </a:defRPr>
            </a:lvl1pPr>
            <a:lvl2pPr algn="l">
              <a:defRPr sz="2175" b="1">
                <a:solidFill>
                  <a:srgbClr val="173347"/>
                </a:solidFill>
                <a:latin typeface="Helvetica Neue"/>
                <a:ea typeface="Helvetica Neue"/>
                <a:cs typeface="Helvetica Neue"/>
              </a:defRPr>
            </a:lvl2pPr>
            <a:lvl3pPr algn="l">
              <a:defRPr sz="2175" b="1">
                <a:solidFill>
                  <a:srgbClr val="173347"/>
                </a:solidFill>
                <a:latin typeface="Helvetica Neue"/>
                <a:ea typeface="Helvetica Neue"/>
                <a:cs typeface="Helvetica Neue"/>
              </a:defRPr>
            </a:lvl3pPr>
            <a:lvl4pPr algn="l">
              <a:defRPr sz="2175" b="1">
                <a:solidFill>
                  <a:srgbClr val="173347"/>
                </a:solidFill>
                <a:latin typeface="Helvetica Neue"/>
                <a:ea typeface="Helvetica Neue"/>
                <a:cs typeface="Helvetica Neue"/>
              </a:defRPr>
            </a:lvl4pPr>
            <a:lvl5pPr algn="l">
              <a:defRPr sz="2175" b="1">
                <a:solidFill>
                  <a:srgbClr val="173347"/>
                </a:solidFill>
                <a:latin typeface="Helvetica Neue"/>
                <a:ea typeface="Helvetica Neue"/>
                <a:cs typeface="Helvetica Neue"/>
              </a:defRPr>
            </a:lvl5pPr>
            <a:lvl6pPr algn="l">
              <a:defRPr sz="2175" b="1">
                <a:solidFill>
                  <a:srgbClr val="173347"/>
                </a:solidFill>
                <a:latin typeface="Helvetica Neue"/>
                <a:ea typeface="Helvetica Neue"/>
                <a:cs typeface="Helvetica Neue"/>
              </a:defRPr>
            </a:lvl6pPr>
            <a:lvl7pPr algn="l">
              <a:defRPr sz="2175" b="1">
                <a:solidFill>
                  <a:srgbClr val="173347"/>
                </a:solidFill>
                <a:latin typeface="Helvetica Neue"/>
                <a:ea typeface="Helvetica Neue"/>
                <a:cs typeface="Helvetica Neue"/>
              </a:defRPr>
            </a:lvl7pPr>
            <a:lvl8pPr algn="l">
              <a:defRPr sz="2175" b="1">
                <a:solidFill>
                  <a:srgbClr val="173347"/>
                </a:solidFill>
                <a:latin typeface="Helvetica Neue"/>
                <a:ea typeface="Helvetica Neue"/>
                <a:cs typeface="Helvetica Neue"/>
              </a:defRPr>
            </a:lvl8pPr>
            <a:lvl9pPr algn="l">
              <a:defRPr sz="2175" b="1">
                <a:solidFill>
                  <a:srgbClr val="173347"/>
                </a:solidFill>
                <a:latin typeface="Helvetica Neue"/>
                <a:ea typeface="Helvetica Neue"/>
                <a:cs typeface="Helvetica Neue"/>
              </a:defRPr>
            </a:lvl9pPr>
          </a:lstStyle>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Результат</a:t>
            </a:r>
          </a:p>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занятия</a:t>
            </a:r>
          </a:p>
        </p:txBody>
      </p:sp>
      <p:sp>
        <p:nvSpPr>
          <p:cNvPr id="24" name="">
            <a:extLst xmlns:a="http://schemas.openxmlformats.org/drawingml/2006/main">
              <a:ext uri="{FF2B5EF4-FFF2-40B4-BE49-F238E27FC236}">
                <a16:creationId xmlns:a16="http://schemas.microsoft.com/office/drawing/2014/main" id="{10A22AF7-8262-4A62-9340-B165478BD4C9}"/>
              </a:ext>
            </a:extLst>
          </p:cNvPr>
          <p:cNvSpPr>
            <a:spLocks xmlns:a="http://schemas.openxmlformats.org/drawingml/2006/main" noGrp="1"/>
          </p:cNvSpPr>
          <p:nvPr/>
        </p:nvSpPr>
        <p:spPr>
          <a:xfrm xmlns:a="http://schemas.openxmlformats.org/drawingml/2006/main">
            <a:off x="9239250" y="6038850"/>
            <a:ext cx="25431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0">
                <a:solidFill>
                  <a:srgbClr val="607581"/>
                </a:solidFill>
                <a:latin typeface="Helvetica Neue"/>
                <a:ea typeface="Helvetica Neue"/>
                <a:cs typeface="Helvetica Neue"/>
              </a:defRPr>
            </a:defPPr>
            <a:lvl1pPr algn="l">
              <a:defRPr sz="1650" b="0">
                <a:solidFill>
                  <a:srgbClr val="607581"/>
                </a:solidFill>
                <a:latin typeface="Helvetica Neue"/>
                <a:ea typeface="Helvetica Neue"/>
                <a:cs typeface="Helvetica Neue"/>
              </a:defRPr>
            </a:lvl1pPr>
            <a:lvl2pPr algn="l">
              <a:defRPr sz="1650" b="0">
                <a:solidFill>
                  <a:srgbClr val="607581"/>
                </a:solidFill>
                <a:latin typeface="Helvetica Neue"/>
                <a:ea typeface="Helvetica Neue"/>
                <a:cs typeface="Helvetica Neue"/>
              </a:defRPr>
            </a:lvl2pPr>
            <a:lvl3pPr algn="l">
              <a:defRPr sz="1650" b="0">
                <a:solidFill>
                  <a:srgbClr val="607581"/>
                </a:solidFill>
                <a:latin typeface="Helvetica Neue"/>
                <a:ea typeface="Helvetica Neue"/>
                <a:cs typeface="Helvetica Neue"/>
              </a:defRPr>
            </a:lvl3pPr>
            <a:lvl4pPr algn="l">
              <a:defRPr sz="1650" b="0">
                <a:solidFill>
                  <a:srgbClr val="607581"/>
                </a:solidFill>
                <a:latin typeface="Helvetica Neue"/>
                <a:ea typeface="Helvetica Neue"/>
                <a:cs typeface="Helvetica Neue"/>
              </a:defRPr>
            </a:lvl4pPr>
            <a:lvl5pPr algn="l">
              <a:defRPr sz="1650" b="0">
                <a:solidFill>
                  <a:srgbClr val="607581"/>
                </a:solidFill>
                <a:latin typeface="Helvetica Neue"/>
                <a:ea typeface="Helvetica Neue"/>
                <a:cs typeface="Helvetica Neue"/>
              </a:defRPr>
            </a:lvl5pPr>
            <a:lvl6pPr algn="l">
              <a:defRPr sz="1650" b="0">
                <a:solidFill>
                  <a:srgbClr val="607581"/>
                </a:solidFill>
                <a:latin typeface="Helvetica Neue"/>
                <a:ea typeface="Helvetica Neue"/>
                <a:cs typeface="Helvetica Neue"/>
              </a:defRPr>
            </a:lvl6pPr>
            <a:lvl7pPr algn="l">
              <a:defRPr sz="1650" b="0">
                <a:solidFill>
                  <a:srgbClr val="607581"/>
                </a:solidFill>
                <a:latin typeface="Helvetica Neue"/>
                <a:ea typeface="Helvetica Neue"/>
                <a:cs typeface="Helvetica Neue"/>
              </a:defRPr>
            </a:lvl7pPr>
            <a:lvl8pPr algn="l">
              <a:defRPr sz="1650" b="0">
                <a:solidFill>
                  <a:srgbClr val="607581"/>
                </a:solidFill>
                <a:latin typeface="Helvetica Neue"/>
                <a:ea typeface="Helvetica Neue"/>
                <a:cs typeface="Helvetica Neue"/>
              </a:defRPr>
            </a:lvl8pPr>
            <a:lvl9pPr algn="l">
              <a:defRPr sz="1650" b="0">
                <a:solidFill>
                  <a:srgbClr val="607581"/>
                </a:solidFill>
                <a:latin typeface="Helvetica Neue"/>
                <a:ea typeface="Helvetica Neue"/>
                <a:cs typeface="Helvetica Neue"/>
              </a:defRPr>
            </a:lvl9pPr>
          </a:lstStyle>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Платформа сохраняет</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ответы, помощь и статус</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попытки.</a:t>
            </a:r>
          </a:p>
        </p:txBody>
      </p:sp>
      <p:sp>
        <p:nvSpPr>
          <p:cNvPr id="25" name="">
            <a:extLst xmlns:a="http://schemas.openxmlformats.org/drawingml/2006/main">
              <a:ext uri="{FF2B5EF4-FFF2-40B4-BE49-F238E27FC236}">
                <a16:creationId xmlns:a16="http://schemas.microsoft.com/office/drawing/2014/main" id="{3F5B07E4-E5B7-48B9-85BC-26199847C825}"/>
              </a:ext>
            </a:extLst>
          </p:cNvPr>
          <p:cNvSpPr>
            <a:spLocks xmlns:a="http://schemas.openxmlformats.org/drawingml/2006/main" noGrp="1"/>
          </p:cNvSpPr>
          <p:nvPr/>
        </p:nvSpPr>
        <p:spPr>
          <a:xfrm xmlns:a="http://schemas.openxmlformats.org/drawingml/2006/main">
            <a:off x="9239250" y="7181850"/>
            <a:ext cx="2543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1">
                <a:solidFill>
                  <a:srgbClr val="247C63"/>
                </a:solidFill>
                <a:latin typeface="Helvetica Neue"/>
                <a:ea typeface="Helvetica Neue"/>
                <a:cs typeface="Helvetica Neue"/>
              </a:defRPr>
            </a:defPPr>
            <a:lvl1pPr algn="l">
              <a:defRPr sz="1575" b="1">
                <a:solidFill>
                  <a:srgbClr val="247C63"/>
                </a:solidFill>
                <a:latin typeface="Helvetica Neue"/>
                <a:ea typeface="Helvetica Neue"/>
                <a:cs typeface="Helvetica Neue"/>
              </a:defRPr>
            </a:lvl1pPr>
            <a:lvl2pPr algn="l">
              <a:defRPr sz="1575" b="1">
                <a:solidFill>
                  <a:srgbClr val="247C63"/>
                </a:solidFill>
                <a:latin typeface="Helvetica Neue"/>
                <a:ea typeface="Helvetica Neue"/>
                <a:cs typeface="Helvetica Neue"/>
              </a:defRPr>
            </a:lvl2pPr>
            <a:lvl3pPr algn="l">
              <a:defRPr sz="1575" b="1">
                <a:solidFill>
                  <a:srgbClr val="247C63"/>
                </a:solidFill>
                <a:latin typeface="Helvetica Neue"/>
                <a:ea typeface="Helvetica Neue"/>
                <a:cs typeface="Helvetica Neue"/>
              </a:defRPr>
            </a:lvl3pPr>
            <a:lvl4pPr algn="l">
              <a:defRPr sz="1575" b="1">
                <a:solidFill>
                  <a:srgbClr val="247C63"/>
                </a:solidFill>
                <a:latin typeface="Helvetica Neue"/>
                <a:ea typeface="Helvetica Neue"/>
                <a:cs typeface="Helvetica Neue"/>
              </a:defRPr>
            </a:lvl4pPr>
            <a:lvl5pPr algn="l">
              <a:defRPr sz="1575" b="1">
                <a:solidFill>
                  <a:srgbClr val="247C63"/>
                </a:solidFill>
                <a:latin typeface="Helvetica Neue"/>
                <a:ea typeface="Helvetica Neue"/>
                <a:cs typeface="Helvetica Neue"/>
              </a:defRPr>
            </a:lvl5pPr>
            <a:lvl6pPr algn="l">
              <a:defRPr sz="1575" b="1">
                <a:solidFill>
                  <a:srgbClr val="247C63"/>
                </a:solidFill>
                <a:latin typeface="Helvetica Neue"/>
                <a:ea typeface="Helvetica Neue"/>
                <a:cs typeface="Helvetica Neue"/>
              </a:defRPr>
            </a:lvl6pPr>
            <a:lvl7pPr algn="l">
              <a:defRPr sz="1575" b="1">
                <a:solidFill>
                  <a:srgbClr val="247C63"/>
                </a:solidFill>
                <a:latin typeface="Helvetica Neue"/>
                <a:ea typeface="Helvetica Neue"/>
                <a:cs typeface="Helvetica Neue"/>
              </a:defRPr>
            </a:lvl7pPr>
            <a:lvl8pPr algn="l">
              <a:defRPr sz="1575" b="1">
                <a:solidFill>
                  <a:srgbClr val="247C63"/>
                </a:solidFill>
                <a:latin typeface="Helvetica Neue"/>
                <a:ea typeface="Helvetica Neue"/>
                <a:cs typeface="Helvetica Neue"/>
              </a:defRPr>
            </a:lvl8pPr>
            <a:lvl9pPr algn="l">
              <a:defRPr sz="1575" b="1">
                <a:solidFill>
                  <a:srgbClr val="247C63"/>
                </a:solidFill>
                <a:latin typeface="Helvetica Neue"/>
                <a:ea typeface="Helvetica Neue"/>
                <a:cs typeface="Helvetica Neue"/>
              </a:defRPr>
            </a:lvl9pPr>
          </a:lstStyle>
          <a:p xmlns:a="http://schemas.openxmlformats.org/drawingml/2006/main">
            <a:pPr algn="l">
              <a:defRPr sz="1575" b="1">
                <a:solidFill>
                  <a:srgbClr val="247C63"/>
                </a:solidFill>
                <a:latin typeface="Helvetica Neue"/>
                <a:ea typeface="Helvetica Neue"/>
                <a:cs typeface="Helvetica Neue"/>
              </a:defRPr>
            </a:pPr>
            <a:r>
              <a:rPr sz="1575" b="1">
                <a:solidFill>
                  <a:srgbClr val="247C63"/>
                </a:solidFill>
                <a:latin typeface="Helvetica Neue"/>
                <a:ea typeface="Helvetica Neue"/>
                <a:cs typeface="Helvetica Neue"/>
              </a:rPr>
              <a:t>Результат в истории</a:t>
            </a:r>
          </a:p>
        </p:txBody>
      </p:sp>
      <p:sp>
        <p:nvSpPr>
          <p:cNvPr id="26" name="">
            <a:extLst xmlns:a="http://schemas.openxmlformats.org/drawingml/2006/main">
              <a:ext uri="{FF2B5EF4-FFF2-40B4-BE49-F238E27FC236}">
                <a16:creationId xmlns:a16="http://schemas.microsoft.com/office/drawing/2014/main" id="{F2F00575-8A09-4422-86C4-05397D8FC9CD}"/>
              </a:ext>
            </a:extLst>
          </p:cNvPr>
          <p:cNvSpPr>
            <a:spLocks xmlns:a="http://schemas.openxmlformats.org/drawingml/2006/main" noGrp="1"/>
          </p:cNvSpPr>
          <p:nvPr/>
        </p:nvSpPr>
        <p:spPr>
          <a:xfrm xmlns:a="http://schemas.openxmlformats.org/drawingml/2006/main">
            <a:off x="12115800" y="4352925"/>
            <a:ext cx="533400" cy="533400"/>
          </a:xfrm>
          <a:prstGeom xmlns:a="http://schemas.openxmlformats.org/drawingml/2006/main" prst="ellipse">
            <a:avLst/>
          </a:prstGeom>
          <a:solidFill xmlns:a="http://schemas.openxmlformats.org/drawingml/2006/main">
            <a:srgbClr val="247C6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875" b="1">
                <a:solidFill>
                  <a:srgbClr val="FFFFFF"/>
                </a:solidFill>
                <a:latin typeface="Helvetica Neue"/>
                <a:ea typeface="Helvetica Neue"/>
                <a:cs typeface="Helvetica Neue"/>
              </a:defRPr>
            </a:defPPr>
            <a:lvl1pPr algn="ctr">
              <a:defRPr sz="1875" b="1">
                <a:solidFill>
                  <a:srgbClr val="FFFFFF"/>
                </a:solidFill>
                <a:latin typeface="Helvetica Neue"/>
                <a:ea typeface="Helvetica Neue"/>
                <a:cs typeface="Helvetica Neue"/>
              </a:defRPr>
            </a:lvl1pPr>
            <a:lvl2pPr algn="ctr">
              <a:defRPr sz="1875" b="1">
                <a:solidFill>
                  <a:srgbClr val="FFFFFF"/>
                </a:solidFill>
                <a:latin typeface="Helvetica Neue"/>
                <a:ea typeface="Helvetica Neue"/>
                <a:cs typeface="Helvetica Neue"/>
              </a:defRPr>
            </a:lvl2pPr>
            <a:lvl3pPr algn="ctr">
              <a:defRPr sz="1875" b="1">
                <a:solidFill>
                  <a:srgbClr val="FFFFFF"/>
                </a:solidFill>
                <a:latin typeface="Helvetica Neue"/>
                <a:ea typeface="Helvetica Neue"/>
                <a:cs typeface="Helvetica Neue"/>
              </a:defRPr>
            </a:lvl3pPr>
            <a:lvl4pPr algn="ctr">
              <a:defRPr sz="1875" b="1">
                <a:solidFill>
                  <a:srgbClr val="FFFFFF"/>
                </a:solidFill>
                <a:latin typeface="Helvetica Neue"/>
                <a:ea typeface="Helvetica Neue"/>
                <a:cs typeface="Helvetica Neue"/>
              </a:defRPr>
            </a:lvl4pPr>
            <a:lvl5pPr algn="ctr">
              <a:defRPr sz="1875" b="1">
                <a:solidFill>
                  <a:srgbClr val="FFFFFF"/>
                </a:solidFill>
                <a:latin typeface="Helvetica Neue"/>
                <a:ea typeface="Helvetica Neue"/>
                <a:cs typeface="Helvetica Neue"/>
              </a:defRPr>
            </a:lvl5pPr>
            <a:lvl6pPr algn="ctr">
              <a:defRPr sz="1875" b="1">
                <a:solidFill>
                  <a:srgbClr val="FFFFFF"/>
                </a:solidFill>
                <a:latin typeface="Helvetica Neue"/>
                <a:ea typeface="Helvetica Neue"/>
                <a:cs typeface="Helvetica Neue"/>
              </a:defRPr>
            </a:lvl6pPr>
            <a:lvl7pPr algn="ctr">
              <a:defRPr sz="1875" b="1">
                <a:solidFill>
                  <a:srgbClr val="FFFFFF"/>
                </a:solidFill>
                <a:latin typeface="Helvetica Neue"/>
                <a:ea typeface="Helvetica Neue"/>
                <a:cs typeface="Helvetica Neue"/>
              </a:defRPr>
            </a:lvl7pPr>
            <a:lvl8pPr algn="ctr">
              <a:defRPr sz="1875" b="1">
                <a:solidFill>
                  <a:srgbClr val="FFFFFF"/>
                </a:solidFill>
                <a:latin typeface="Helvetica Neue"/>
                <a:ea typeface="Helvetica Neue"/>
                <a:cs typeface="Helvetica Neue"/>
              </a:defRPr>
            </a:lvl8pPr>
            <a:lvl9pPr algn="ctr">
              <a:defRPr sz="1875" b="1">
                <a:solidFill>
                  <a:srgbClr val="FFFFFF"/>
                </a:solidFill>
                <a:latin typeface="Helvetica Neue"/>
                <a:ea typeface="Helvetica Neue"/>
                <a:cs typeface="Helvetica Neue"/>
              </a:defRPr>
            </a:lvl9pPr>
          </a:lstStyle>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5</a:t>
            </a:r>
          </a:p>
        </p:txBody>
      </p:sp>
      <p:sp>
        <p:nvSpPr>
          <p:cNvPr id="27" name="">
            <a:extLst xmlns:a="http://schemas.openxmlformats.org/drawingml/2006/main">
              <a:ext uri="{FF2B5EF4-FFF2-40B4-BE49-F238E27FC236}">
                <a16:creationId xmlns:a16="http://schemas.microsoft.com/office/drawing/2014/main" id="{FF2EB869-8652-4A90-8D6B-96D169C3F7D6}"/>
              </a:ext>
            </a:extLst>
          </p:cNvPr>
          <p:cNvSpPr>
            <a:spLocks xmlns:a="http://schemas.openxmlformats.org/drawingml/2006/main" noGrp="1"/>
          </p:cNvSpPr>
          <p:nvPr/>
        </p:nvSpPr>
        <p:spPr>
          <a:xfrm xmlns:a="http://schemas.openxmlformats.org/drawingml/2006/main">
            <a:off x="12115800" y="5114925"/>
            <a:ext cx="2514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173347"/>
                </a:solidFill>
                <a:latin typeface="Helvetica Neue"/>
                <a:ea typeface="Helvetica Neue"/>
                <a:cs typeface="Helvetica Neue"/>
              </a:defRPr>
            </a:defPPr>
            <a:lvl1pPr algn="l">
              <a:defRPr sz="2175" b="1">
                <a:solidFill>
                  <a:srgbClr val="173347"/>
                </a:solidFill>
                <a:latin typeface="Helvetica Neue"/>
                <a:ea typeface="Helvetica Neue"/>
                <a:cs typeface="Helvetica Neue"/>
              </a:defRPr>
            </a:lvl1pPr>
            <a:lvl2pPr algn="l">
              <a:defRPr sz="2175" b="1">
                <a:solidFill>
                  <a:srgbClr val="173347"/>
                </a:solidFill>
                <a:latin typeface="Helvetica Neue"/>
                <a:ea typeface="Helvetica Neue"/>
                <a:cs typeface="Helvetica Neue"/>
              </a:defRPr>
            </a:lvl2pPr>
            <a:lvl3pPr algn="l">
              <a:defRPr sz="2175" b="1">
                <a:solidFill>
                  <a:srgbClr val="173347"/>
                </a:solidFill>
                <a:latin typeface="Helvetica Neue"/>
                <a:ea typeface="Helvetica Neue"/>
                <a:cs typeface="Helvetica Neue"/>
              </a:defRPr>
            </a:lvl3pPr>
            <a:lvl4pPr algn="l">
              <a:defRPr sz="2175" b="1">
                <a:solidFill>
                  <a:srgbClr val="173347"/>
                </a:solidFill>
                <a:latin typeface="Helvetica Neue"/>
                <a:ea typeface="Helvetica Neue"/>
                <a:cs typeface="Helvetica Neue"/>
              </a:defRPr>
            </a:lvl4pPr>
            <a:lvl5pPr algn="l">
              <a:defRPr sz="2175" b="1">
                <a:solidFill>
                  <a:srgbClr val="173347"/>
                </a:solidFill>
                <a:latin typeface="Helvetica Neue"/>
                <a:ea typeface="Helvetica Neue"/>
                <a:cs typeface="Helvetica Neue"/>
              </a:defRPr>
            </a:lvl5pPr>
            <a:lvl6pPr algn="l">
              <a:defRPr sz="2175" b="1">
                <a:solidFill>
                  <a:srgbClr val="173347"/>
                </a:solidFill>
                <a:latin typeface="Helvetica Neue"/>
                <a:ea typeface="Helvetica Neue"/>
                <a:cs typeface="Helvetica Neue"/>
              </a:defRPr>
            </a:lvl6pPr>
            <a:lvl7pPr algn="l">
              <a:defRPr sz="2175" b="1">
                <a:solidFill>
                  <a:srgbClr val="173347"/>
                </a:solidFill>
                <a:latin typeface="Helvetica Neue"/>
                <a:ea typeface="Helvetica Neue"/>
                <a:cs typeface="Helvetica Neue"/>
              </a:defRPr>
            </a:lvl7pPr>
            <a:lvl8pPr algn="l">
              <a:defRPr sz="2175" b="1">
                <a:solidFill>
                  <a:srgbClr val="173347"/>
                </a:solidFill>
                <a:latin typeface="Helvetica Neue"/>
                <a:ea typeface="Helvetica Neue"/>
                <a:cs typeface="Helvetica Neue"/>
              </a:defRPr>
            </a:lvl8pPr>
            <a:lvl9pPr algn="l">
              <a:defRPr sz="2175" b="1">
                <a:solidFill>
                  <a:srgbClr val="173347"/>
                </a:solidFill>
                <a:latin typeface="Helvetica Neue"/>
                <a:ea typeface="Helvetica Neue"/>
                <a:cs typeface="Helvetica Neue"/>
              </a:defRPr>
            </a:lvl9pPr>
          </a:lstStyle>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Следующий</a:t>
            </a:r>
          </a:p>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шаг</a:t>
            </a:r>
          </a:p>
        </p:txBody>
      </p:sp>
      <p:sp>
        <p:nvSpPr>
          <p:cNvPr id="28" name="">
            <a:extLst xmlns:a="http://schemas.openxmlformats.org/drawingml/2006/main">
              <a:ext uri="{FF2B5EF4-FFF2-40B4-BE49-F238E27FC236}">
                <a16:creationId xmlns:a16="http://schemas.microsoft.com/office/drawing/2014/main" id="{5129B8D5-9AD3-4709-BFAE-6DCC8B09E138}"/>
              </a:ext>
            </a:extLst>
          </p:cNvPr>
          <p:cNvSpPr>
            <a:spLocks xmlns:a="http://schemas.openxmlformats.org/drawingml/2006/main" noGrp="1"/>
          </p:cNvSpPr>
          <p:nvPr/>
        </p:nvSpPr>
        <p:spPr>
          <a:xfrm xmlns:a="http://schemas.openxmlformats.org/drawingml/2006/main">
            <a:off x="12115800" y="6038850"/>
            <a:ext cx="25431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0">
                <a:solidFill>
                  <a:srgbClr val="607581"/>
                </a:solidFill>
                <a:latin typeface="Helvetica Neue"/>
                <a:ea typeface="Helvetica Neue"/>
                <a:cs typeface="Helvetica Neue"/>
              </a:defRPr>
            </a:defPPr>
            <a:lvl1pPr algn="l">
              <a:defRPr sz="1650" b="0">
                <a:solidFill>
                  <a:srgbClr val="607581"/>
                </a:solidFill>
                <a:latin typeface="Helvetica Neue"/>
                <a:ea typeface="Helvetica Neue"/>
                <a:cs typeface="Helvetica Neue"/>
              </a:defRPr>
            </a:lvl1pPr>
            <a:lvl2pPr algn="l">
              <a:defRPr sz="1650" b="0">
                <a:solidFill>
                  <a:srgbClr val="607581"/>
                </a:solidFill>
                <a:latin typeface="Helvetica Neue"/>
                <a:ea typeface="Helvetica Neue"/>
                <a:cs typeface="Helvetica Neue"/>
              </a:defRPr>
            </a:lvl2pPr>
            <a:lvl3pPr algn="l">
              <a:defRPr sz="1650" b="0">
                <a:solidFill>
                  <a:srgbClr val="607581"/>
                </a:solidFill>
                <a:latin typeface="Helvetica Neue"/>
                <a:ea typeface="Helvetica Neue"/>
                <a:cs typeface="Helvetica Neue"/>
              </a:defRPr>
            </a:lvl3pPr>
            <a:lvl4pPr algn="l">
              <a:defRPr sz="1650" b="0">
                <a:solidFill>
                  <a:srgbClr val="607581"/>
                </a:solidFill>
                <a:latin typeface="Helvetica Neue"/>
                <a:ea typeface="Helvetica Neue"/>
                <a:cs typeface="Helvetica Neue"/>
              </a:defRPr>
            </a:lvl4pPr>
            <a:lvl5pPr algn="l">
              <a:defRPr sz="1650" b="0">
                <a:solidFill>
                  <a:srgbClr val="607581"/>
                </a:solidFill>
                <a:latin typeface="Helvetica Neue"/>
                <a:ea typeface="Helvetica Neue"/>
                <a:cs typeface="Helvetica Neue"/>
              </a:defRPr>
            </a:lvl5pPr>
            <a:lvl6pPr algn="l">
              <a:defRPr sz="1650" b="0">
                <a:solidFill>
                  <a:srgbClr val="607581"/>
                </a:solidFill>
                <a:latin typeface="Helvetica Neue"/>
                <a:ea typeface="Helvetica Neue"/>
                <a:cs typeface="Helvetica Neue"/>
              </a:defRPr>
            </a:lvl6pPr>
            <a:lvl7pPr algn="l">
              <a:defRPr sz="1650" b="0">
                <a:solidFill>
                  <a:srgbClr val="607581"/>
                </a:solidFill>
                <a:latin typeface="Helvetica Neue"/>
                <a:ea typeface="Helvetica Neue"/>
                <a:cs typeface="Helvetica Neue"/>
              </a:defRPr>
            </a:lvl7pPr>
            <a:lvl8pPr algn="l">
              <a:defRPr sz="1650" b="0">
                <a:solidFill>
                  <a:srgbClr val="607581"/>
                </a:solidFill>
                <a:latin typeface="Helvetica Neue"/>
                <a:ea typeface="Helvetica Neue"/>
                <a:cs typeface="Helvetica Neue"/>
              </a:defRPr>
            </a:lvl8pPr>
            <a:lvl9pPr algn="l">
              <a:defRPr sz="1650" b="0">
                <a:solidFill>
                  <a:srgbClr val="607581"/>
                </a:solidFill>
                <a:latin typeface="Helvetica Neue"/>
                <a:ea typeface="Helvetica Neue"/>
                <a:cs typeface="Helvetica Neue"/>
              </a:defRPr>
            </a:lvl9pPr>
          </a:lstStyle>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Смотрит историю,</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добавляет наблюдения</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и обновляет план.</a:t>
            </a:r>
          </a:p>
        </p:txBody>
      </p:sp>
      <p:sp>
        <p:nvSpPr>
          <p:cNvPr id="29" name="">
            <a:extLst xmlns:a="http://schemas.openxmlformats.org/drawingml/2006/main">
              <a:ext uri="{FF2B5EF4-FFF2-40B4-BE49-F238E27FC236}">
                <a16:creationId xmlns:a16="http://schemas.microsoft.com/office/drawing/2014/main" id="{B983E3C0-A8A9-4FD2-8923-A9D399292596}"/>
              </a:ext>
            </a:extLst>
          </p:cNvPr>
          <p:cNvSpPr>
            <a:spLocks xmlns:a="http://schemas.openxmlformats.org/drawingml/2006/main" noGrp="1"/>
          </p:cNvSpPr>
          <p:nvPr/>
        </p:nvSpPr>
        <p:spPr>
          <a:xfrm xmlns:a="http://schemas.openxmlformats.org/drawingml/2006/main">
            <a:off x="12115800" y="7181850"/>
            <a:ext cx="2543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1">
                <a:solidFill>
                  <a:srgbClr val="247C63"/>
                </a:solidFill>
                <a:latin typeface="Helvetica Neue"/>
                <a:ea typeface="Helvetica Neue"/>
                <a:cs typeface="Helvetica Neue"/>
              </a:defRPr>
            </a:defPPr>
            <a:lvl1pPr algn="l">
              <a:defRPr sz="1575" b="1">
                <a:solidFill>
                  <a:srgbClr val="247C63"/>
                </a:solidFill>
                <a:latin typeface="Helvetica Neue"/>
                <a:ea typeface="Helvetica Neue"/>
                <a:cs typeface="Helvetica Neue"/>
              </a:defRPr>
            </a:lvl1pPr>
            <a:lvl2pPr algn="l">
              <a:defRPr sz="1575" b="1">
                <a:solidFill>
                  <a:srgbClr val="247C63"/>
                </a:solidFill>
                <a:latin typeface="Helvetica Neue"/>
                <a:ea typeface="Helvetica Neue"/>
                <a:cs typeface="Helvetica Neue"/>
              </a:defRPr>
            </a:lvl2pPr>
            <a:lvl3pPr algn="l">
              <a:defRPr sz="1575" b="1">
                <a:solidFill>
                  <a:srgbClr val="247C63"/>
                </a:solidFill>
                <a:latin typeface="Helvetica Neue"/>
                <a:ea typeface="Helvetica Neue"/>
                <a:cs typeface="Helvetica Neue"/>
              </a:defRPr>
            </a:lvl3pPr>
            <a:lvl4pPr algn="l">
              <a:defRPr sz="1575" b="1">
                <a:solidFill>
                  <a:srgbClr val="247C63"/>
                </a:solidFill>
                <a:latin typeface="Helvetica Neue"/>
                <a:ea typeface="Helvetica Neue"/>
                <a:cs typeface="Helvetica Neue"/>
              </a:defRPr>
            </a:lvl4pPr>
            <a:lvl5pPr algn="l">
              <a:defRPr sz="1575" b="1">
                <a:solidFill>
                  <a:srgbClr val="247C63"/>
                </a:solidFill>
                <a:latin typeface="Helvetica Neue"/>
                <a:ea typeface="Helvetica Neue"/>
                <a:cs typeface="Helvetica Neue"/>
              </a:defRPr>
            </a:lvl5pPr>
            <a:lvl6pPr algn="l">
              <a:defRPr sz="1575" b="1">
                <a:solidFill>
                  <a:srgbClr val="247C63"/>
                </a:solidFill>
                <a:latin typeface="Helvetica Neue"/>
                <a:ea typeface="Helvetica Neue"/>
                <a:cs typeface="Helvetica Neue"/>
              </a:defRPr>
            </a:lvl6pPr>
            <a:lvl7pPr algn="l">
              <a:defRPr sz="1575" b="1">
                <a:solidFill>
                  <a:srgbClr val="247C63"/>
                </a:solidFill>
                <a:latin typeface="Helvetica Neue"/>
                <a:ea typeface="Helvetica Neue"/>
                <a:cs typeface="Helvetica Neue"/>
              </a:defRPr>
            </a:lvl7pPr>
            <a:lvl8pPr algn="l">
              <a:defRPr sz="1575" b="1">
                <a:solidFill>
                  <a:srgbClr val="247C63"/>
                </a:solidFill>
                <a:latin typeface="Helvetica Neue"/>
                <a:ea typeface="Helvetica Neue"/>
                <a:cs typeface="Helvetica Neue"/>
              </a:defRPr>
            </a:lvl8pPr>
            <a:lvl9pPr algn="l">
              <a:defRPr sz="1575" b="1">
                <a:solidFill>
                  <a:srgbClr val="247C63"/>
                </a:solidFill>
                <a:latin typeface="Helvetica Neue"/>
                <a:ea typeface="Helvetica Neue"/>
                <a:cs typeface="Helvetica Neue"/>
              </a:defRPr>
            </a:lvl9pPr>
          </a:lstStyle>
          <a:p xmlns:a="http://schemas.openxmlformats.org/drawingml/2006/main">
            <a:pPr algn="l">
              <a:defRPr sz="1575" b="1">
                <a:solidFill>
                  <a:srgbClr val="247C63"/>
                </a:solidFill>
                <a:latin typeface="Helvetica Neue"/>
                <a:ea typeface="Helvetica Neue"/>
                <a:cs typeface="Helvetica Neue"/>
              </a:defRPr>
            </a:pPr>
            <a:r>
              <a:rPr sz="1575" b="1">
                <a:solidFill>
                  <a:srgbClr val="247C63"/>
                </a:solidFill>
                <a:latin typeface="Helvetica Neue"/>
                <a:ea typeface="Helvetica Neue"/>
                <a:cs typeface="Helvetica Neue"/>
              </a:rPr>
              <a:t>Основа новой практики</a:t>
            </a:r>
          </a:p>
        </p:txBody>
      </p:sp>
      <p:cxnSp>
        <p:nvCxnSpPr>
          <p:cNvPr id="30" name="">
            <a:extLst xmlns:a="http://schemas.openxmlformats.org/drawingml/2006/main">
              <a:ext uri="{FF2B5EF4-FFF2-40B4-BE49-F238E27FC236}">
                <a16:creationId xmlns:a16="http://schemas.microsoft.com/office/drawing/2014/main" id="{421F30D5-A71B-4B39-AFAF-24F48D6FA166}"/>
              </a:ext>
            </a:extLst>
          </p:cNvPr>
          <p:cNvCxnSpPr/>
          <p:nvPr/>
        </p:nvCxnSpPr>
        <p:spPr>
          <a:xfrm xmlns:a="http://schemas.openxmlformats.org/drawingml/2006/main">
            <a:off x="609600" y="7791450"/>
            <a:ext cx="14020800" cy="0"/>
          </a:xfrm>
          <a:prstGeom xmlns:a="http://schemas.openxmlformats.org/drawingml/2006/main" prst="straightConnector1">
            <a:avLst/>
          </a:prstGeom>
          <a:ln xmlns:a="http://schemas.openxmlformats.org/drawingml/2006/main" w="9525">
            <a:solidFill>
              <a:srgbClr val="CDDAD8"/>
            </a:solidFill>
          </a:ln>
        </p:spPr>
      </p:cxnSp>
      <p:sp>
        <p:nvSpPr>
          <p:cNvPr id="31" name="">
            <a:extLst xmlns:a="http://schemas.openxmlformats.org/drawingml/2006/main">
              <a:ext uri="{FF2B5EF4-FFF2-40B4-BE49-F238E27FC236}">
                <a16:creationId xmlns:a16="http://schemas.microsoft.com/office/drawing/2014/main" id="{D26844C9-4140-4E38-BBD6-24EC678893C8}"/>
              </a:ext>
            </a:extLst>
          </p:cNvPr>
          <p:cNvSpPr>
            <a:spLocks xmlns:a="http://schemas.openxmlformats.org/drawingml/2006/main" noGrp="1"/>
          </p:cNvSpPr>
          <p:nvPr/>
        </p:nvSpPr>
        <p:spPr>
          <a:xfrm xmlns:a="http://schemas.openxmlformats.org/drawingml/2006/main">
            <a:off x="609600" y="8020050"/>
            <a:ext cx="14020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0">
                <a:solidFill>
                  <a:srgbClr val="607581"/>
                </a:solidFill>
                <a:latin typeface="Helvetica Neue"/>
                <a:ea typeface="Helvetica Neue"/>
                <a:cs typeface="Helvetica Neue"/>
              </a:defRPr>
            </a:defPPr>
            <a:lvl1pPr algn="l">
              <a:defRPr sz="1575" b="0">
                <a:solidFill>
                  <a:srgbClr val="607581"/>
                </a:solidFill>
                <a:latin typeface="Helvetica Neue"/>
                <a:ea typeface="Helvetica Neue"/>
                <a:cs typeface="Helvetica Neue"/>
              </a:defRPr>
            </a:lvl1pPr>
            <a:lvl2pPr algn="l">
              <a:defRPr sz="1575" b="0">
                <a:solidFill>
                  <a:srgbClr val="607581"/>
                </a:solidFill>
                <a:latin typeface="Helvetica Neue"/>
                <a:ea typeface="Helvetica Neue"/>
                <a:cs typeface="Helvetica Neue"/>
              </a:defRPr>
            </a:lvl2pPr>
            <a:lvl3pPr algn="l">
              <a:defRPr sz="1575" b="0">
                <a:solidFill>
                  <a:srgbClr val="607581"/>
                </a:solidFill>
                <a:latin typeface="Helvetica Neue"/>
                <a:ea typeface="Helvetica Neue"/>
                <a:cs typeface="Helvetica Neue"/>
              </a:defRPr>
            </a:lvl3pPr>
            <a:lvl4pPr algn="l">
              <a:defRPr sz="1575" b="0">
                <a:solidFill>
                  <a:srgbClr val="607581"/>
                </a:solidFill>
                <a:latin typeface="Helvetica Neue"/>
                <a:ea typeface="Helvetica Neue"/>
                <a:cs typeface="Helvetica Neue"/>
              </a:defRPr>
            </a:lvl4pPr>
            <a:lvl5pPr algn="l">
              <a:defRPr sz="1575" b="0">
                <a:solidFill>
                  <a:srgbClr val="607581"/>
                </a:solidFill>
                <a:latin typeface="Helvetica Neue"/>
                <a:ea typeface="Helvetica Neue"/>
                <a:cs typeface="Helvetica Neue"/>
              </a:defRPr>
            </a:lvl5pPr>
            <a:lvl6pPr algn="l">
              <a:defRPr sz="1575" b="0">
                <a:solidFill>
                  <a:srgbClr val="607581"/>
                </a:solidFill>
                <a:latin typeface="Helvetica Neue"/>
                <a:ea typeface="Helvetica Neue"/>
                <a:cs typeface="Helvetica Neue"/>
              </a:defRPr>
            </a:lvl6pPr>
            <a:lvl7pPr algn="l">
              <a:defRPr sz="1575" b="0">
                <a:solidFill>
                  <a:srgbClr val="607581"/>
                </a:solidFill>
                <a:latin typeface="Helvetica Neue"/>
                <a:ea typeface="Helvetica Neue"/>
                <a:cs typeface="Helvetica Neue"/>
              </a:defRPr>
            </a:lvl7pPr>
            <a:lvl8pPr algn="l">
              <a:defRPr sz="1575" b="0">
                <a:solidFill>
                  <a:srgbClr val="607581"/>
                </a:solidFill>
                <a:latin typeface="Helvetica Neue"/>
                <a:ea typeface="Helvetica Neue"/>
                <a:cs typeface="Helvetica Neue"/>
              </a:defRPr>
            </a:lvl8pPr>
            <a:lvl9pPr algn="l">
              <a:defRPr sz="1575" b="0">
                <a:solidFill>
                  <a:srgbClr val="607581"/>
                </a:solidFill>
                <a:latin typeface="Helvetica Neue"/>
                <a:ea typeface="Helvetica Neue"/>
                <a:cs typeface="Helvetica Neue"/>
              </a:defRPr>
            </a:lvl9pPr>
          </a:lstStyle>
          <a:p xmlns:a="http://schemas.openxmlformats.org/drawingml/2006/main">
            <a:pPr algn="l">
              <a:defRPr sz="1575" b="0">
                <a:solidFill>
                  <a:srgbClr val="607581"/>
                </a:solidFill>
                <a:latin typeface="Helvetica Neue"/>
                <a:ea typeface="Helvetica Neue"/>
                <a:cs typeface="Helvetica Neue"/>
              </a:defRPr>
            </a:pPr>
            <a:r>
              <a:rPr sz="1575" b="0">
                <a:solidFill>
                  <a:srgbClr val="607581"/>
                </a:solidFill>
                <a:latin typeface="Helvetica Neue"/>
                <a:ea typeface="Helvetica Neue"/>
                <a:cs typeface="Helvetica Neue"/>
              </a:rPr>
              <a:t>AAC доступна в любой момент. Можно повторить инструкцию, сделать паузу или отказаться без штрафа.</a:t>
            </a:r>
          </a:p>
        </p:txBody>
      </p:sp>
    </p:spTree>
    <p:extLst>
      <p:ext uri="{BB962C8B-B14F-4D97-AF65-F5344CB8AC3E}">
        <p14:creationId xmlns:p14="http://schemas.microsoft.com/office/powerpoint/2010/main" val="314525417"/>
      </p:ext>
    </p:extLst>
  </p:cSld>
</p:sld>
</file>

<file path=ppt/slides/slide2.xml><?xml version="1.0" encoding="utf-8"?>
<p:sld xmlns:p="http://schemas.openxmlformats.org/presentationml/2006/main">
  <p:cSld>
    <p:bg>
      <p:bgPr>
        <a:solidFill xmlns:a="http://schemas.openxmlformats.org/drawingml/2006/main">
          <a:srgbClr val="112D40"/>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C5228B1F-07C6-478F-9008-D316212DC5E7}"/>
              </a:ext>
            </a:extLst>
          </p:cNvPr>
          <p:cNvSpPr>
            <a:spLocks xmlns:a="http://schemas.openxmlformats.org/drawingml/2006/main" noGrp="1"/>
          </p:cNvSpPr>
          <p:nvPr/>
        </p:nvSpPr>
        <p:spPr>
          <a:xfrm xmlns:a="http://schemas.openxmlformats.org/drawingml/2006/main">
            <a:off x="609600" y="333375"/>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1">
                <a:solidFill>
                  <a:srgbClr val="8CD2B6"/>
                </a:solidFill>
                <a:latin typeface="Helvetica Neue"/>
                <a:ea typeface="Helvetica Neue"/>
                <a:cs typeface="Helvetica Neue"/>
              </a:defRPr>
            </a:defPPr>
            <a:lvl1pPr algn="l">
              <a:defRPr sz="2400" b="1">
                <a:solidFill>
                  <a:srgbClr val="8CD2B6"/>
                </a:solidFill>
                <a:latin typeface="Helvetica Neue"/>
                <a:ea typeface="Helvetica Neue"/>
                <a:cs typeface="Helvetica Neue"/>
              </a:defRPr>
            </a:lvl1pPr>
            <a:lvl2pPr algn="l">
              <a:defRPr sz="2400" b="1">
                <a:solidFill>
                  <a:srgbClr val="8CD2B6"/>
                </a:solidFill>
                <a:latin typeface="Helvetica Neue"/>
                <a:ea typeface="Helvetica Neue"/>
                <a:cs typeface="Helvetica Neue"/>
              </a:defRPr>
            </a:lvl2pPr>
            <a:lvl3pPr algn="l">
              <a:defRPr sz="2400" b="1">
                <a:solidFill>
                  <a:srgbClr val="8CD2B6"/>
                </a:solidFill>
                <a:latin typeface="Helvetica Neue"/>
                <a:ea typeface="Helvetica Neue"/>
                <a:cs typeface="Helvetica Neue"/>
              </a:defRPr>
            </a:lvl3pPr>
            <a:lvl4pPr algn="l">
              <a:defRPr sz="2400" b="1">
                <a:solidFill>
                  <a:srgbClr val="8CD2B6"/>
                </a:solidFill>
                <a:latin typeface="Helvetica Neue"/>
                <a:ea typeface="Helvetica Neue"/>
                <a:cs typeface="Helvetica Neue"/>
              </a:defRPr>
            </a:lvl4pPr>
            <a:lvl5pPr algn="l">
              <a:defRPr sz="2400" b="1">
                <a:solidFill>
                  <a:srgbClr val="8CD2B6"/>
                </a:solidFill>
                <a:latin typeface="Helvetica Neue"/>
                <a:ea typeface="Helvetica Neue"/>
                <a:cs typeface="Helvetica Neue"/>
              </a:defRPr>
            </a:lvl5pPr>
            <a:lvl6pPr algn="l">
              <a:defRPr sz="2400" b="1">
                <a:solidFill>
                  <a:srgbClr val="8CD2B6"/>
                </a:solidFill>
                <a:latin typeface="Helvetica Neue"/>
                <a:ea typeface="Helvetica Neue"/>
                <a:cs typeface="Helvetica Neue"/>
              </a:defRPr>
            </a:lvl6pPr>
            <a:lvl7pPr algn="l">
              <a:defRPr sz="2400" b="1">
                <a:solidFill>
                  <a:srgbClr val="8CD2B6"/>
                </a:solidFill>
                <a:latin typeface="Helvetica Neue"/>
                <a:ea typeface="Helvetica Neue"/>
                <a:cs typeface="Helvetica Neue"/>
              </a:defRPr>
            </a:lvl7pPr>
            <a:lvl8pPr algn="l">
              <a:defRPr sz="2400" b="1">
                <a:solidFill>
                  <a:srgbClr val="8CD2B6"/>
                </a:solidFill>
                <a:latin typeface="Helvetica Neue"/>
                <a:ea typeface="Helvetica Neue"/>
                <a:cs typeface="Helvetica Neue"/>
              </a:defRPr>
            </a:lvl8pPr>
            <a:lvl9pPr algn="l">
              <a:defRPr sz="2400" b="1">
                <a:solidFill>
                  <a:srgbClr val="8CD2B6"/>
                </a:solidFill>
                <a:latin typeface="Helvetica Neue"/>
                <a:ea typeface="Helvetica Neue"/>
                <a:cs typeface="Helvetica Neue"/>
              </a:defRPr>
            </a:lvl9pPr>
          </a:lstStyle>
          <a:p xmlns:a="http://schemas.openxmlformats.org/drawingml/2006/main">
            <a:pPr algn="l">
              <a:defRPr sz="2400" b="1">
                <a:solidFill>
                  <a:srgbClr val="8CD2B6"/>
                </a:solidFill>
                <a:latin typeface="Helvetica Neue"/>
                <a:ea typeface="Helvetica Neue"/>
                <a:cs typeface="Helvetica Neue"/>
              </a:defRPr>
            </a:pPr>
            <a:r>
              <a:rPr sz="2400" b="1">
                <a:solidFill>
                  <a:srgbClr val="8CD2B6"/>
                </a:solidFill>
                <a:latin typeface="Helvetica Neue"/>
                <a:ea typeface="Helvetica Neue"/>
                <a:cs typeface="Helvetica Neue"/>
              </a:rPr>
              <a:t>Söyle</a:t>
            </a:r>
          </a:p>
        </p:txBody>
      </p:sp>
      <p:sp>
        <p:nvSpPr>
          <p:cNvPr id="2" name="">
            <a:extLst xmlns:a="http://schemas.openxmlformats.org/drawingml/2006/main">
              <a:ext uri="{FF2B5EF4-FFF2-40B4-BE49-F238E27FC236}">
                <a16:creationId xmlns:a16="http://schemas.microsoft.com/office/drawing/2014/main" id="{8C36E923-9BF3-40B6-A80B-4E86CFE0DEDB}"/>
              </a:ext>
            </a:extLst>
          </p:cNvPr>
          <p:cNvSpPr>
            <a:spLocks xmlns:a="http://schemas.openxmlformats.org/drawingml/2006/main" noGrp="1"/>
          </p:cNvSpPr>
          <p:nvPr/>
        </p:nvSpPr>
        <p:spPr>
          <a:xfrm xmlns:a="http://schemas.openxmlformats.org/drawingml/2006/main">
            <a:off x="1866900" y="45720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050" b="1">
                <a:solidFill>
                  <a:srgbClr val="BED0DA"/>
                </a:solidFill>
                <a:latin typeface="Helvetica Neue"/>
                <a:ea typeface="Helvetica Neue"/>
                <a:cs typeface="Helvetica Neue"/>
              </a:defRPr>
            </a:defPPr>
            <a:lvl1pPr algn="l">
              <a:defRPr sz="1050" b="1">
                <a:solidFill>
                  <a:srgbClr val="BED0DA"/>
                </a:solidFill>
                <a:latin typeface="Helvetica Neue"/>
                <a:ea typeface="Helvetica Neue"/>
                <a:cs typeface="Helvetica Neue"/>
              </a:defRPr>
            </a:lvl1pPr>
            <a:lvl2pPr algn="l">
              <a:defRPr sz="1050" b="1">
                <a:solidFill>
                  <a:srgbClr val="BED0DA"/>
                </a:solidFill>
                <a:latin typeface="Helvetica Neue"/>
                <a:ea typeface="Helvetica Neue"/>
                <a:cs typeface="Helvetica Neue"/>
              </a:defRPr>
            </a:lvl2pPr>
            <a:lvl3pPr algn="l">
              <a:defRPr sz="1050" b="1">
                <a:solidFill>
                  <a:srgbClr val="BED0DA"/>
                </a:solidFill>
                <a:latin typeface="Helvetica Neue"/>
                <a:ea typeface="Helvetica Neue"/>
                <a:cs typeface="Helvetica Neue"/>
              </a:defRPr>
            </a:lvl3pPr>
            <a:lvl4pPr algn="l">
              <a:defRPr sz="1050" b="1">
                <a:solidFill>
                  <a:srgbClr val="BED0DA"/>
                </a:solidFill>
                <a:latin typeface="Helvetica Neue"/>
                <a:ea typeface="Helvetica Neue"/>
                <a:cs typeface="Helvetica Neue"/>
              </a:defRPr>
            </a:lvl4pPr>
            <a:lvl5pPr algn="l">
              <a:defRPr sz="1050" b="1">
                <a:solidFill>
                  <a:srgbClr val="BED0DA"/>
                </a:solidFill>
                <a:latin typeface="Helvetica Neue"/>
                <a:ea typeface="Helvetica Neue"/>
                <a:cs typeface="Helvetica Neue"/>
              </a:defRPr>
            </a:lvl5pPr>
            <a:lvl6pPr algn="l">
              <a:defRPr sz="1050" b="1">
                <a:solidFill>
                  <a:srgbClr val="BED0DA"/>
                </a:solidFill>
                <a:latin typeface="Helvetica Neue"/>
                <a:ea typeface="Helvetica Neue"/>
                <a:cs typeface="Helvetica Neue"/>
              </a:defRPr>
            </a:lvl6pPr>
            <a:lvl7pPr algn="l">
              <a:defRPr sz="1050" b="1">
                <a:solidFill>
                  <a:srgbClr val="BED0DA"/>
                </a:solidFill>
                <a:latin typeface="Helvetica Neue"/>
                <a:ea typeface="Helvetica Neue"/>
                <a:cs typeface="Helvetica Neue"/>
              </a:defRPr>
            </a:lvl7pPr>
            <a:lvl8pPr algn="l">
              <a:defRPr sz="1050" b="1">
                <a:solidFill>
                  <a:srgbClr val="BED0DA"/>
                </a:solidFill>
                <a:latin typeface="Helvetica Neue"/>
                <a:ea typeface="Helvetica Neue"/>
                <a:cs typeface="Helvetica Neue"/>
              </a:defRPr>
            </a:lvl8pPr>
            <a:lvl9pPr algn="l">
              <a:defRPr sz="1050" b="1">
                <a:solidFill>
                  <a:srgbClr val="BED0DA"/>
                </a:solidFill>
                <a:latin typeface="Helvetica Neue"/>
                <a:ea typeface="Helvetica Neue"/>
                <a:cs typeface="Helvetica Neue"/>
              </a:defRPr>
            </a:lvl9pPr>
          </a:lstStyle>
          <a:p xmlns:a="http://schemas.openxmlformats.org/drawingml/2006/main">
            <a:pPr algn="l">
              <a:defRPr sz="1050" b="1">
                <a:solidFill>
                  <a:srgbClr val="BED0DA"/>
                </a:solidFill>
                <a:latin typeface="Helvetica Neue"/>
                <a:ea typeface="Helvetica Neue"/>
                <a:cs typeface="Helvetica Neue"/>
              </a:defRPr>
            </a:pPr>
            <a:r>
              <a:rPr sz="1050" b="1">
                <a:solidFill>
                  <a:srgbClr val="BED0DA"/>
                </a:solidFill>
                <a:latin typeface="Helvetica Neue"/>
                <a:ea typeface="Helvetica Neue"/>
                <a:cs typeface="Helvetica Neue"/>
              </a:rPr>
              <a:t>ОБЩЕНИЕ И ПРАКТИКА</a:t>
            </a:r>
          </a:p>
        </p:txBody>
      </p:sp>
      <p:sp>
        <p:nvSpPr>
          <p:cNvPr id="3" name="">
            <a:extLst xmlns:a="http://schemas.openxmlformats.org/drawingml/2006/main">
              <a:ext uri="{FF2B5EF4-FFF2-40B4-BE49-F238E27FC236}">
                <a16:creationId xmlns:a16="http://schemas.microsoft.com/office/drawing/2014/main" id="{26CFB206-D687-4413-B6D4-3796C1461423}"/>
              </a:ext>
            </a:extLst>
          </p:cNvPr>
          <p:cNvSpPr>
            <a:spLocks xmlns:a="http://schemas.openxmlformats.org/drawingml/2006/main" noGrp="1"/>
          </p:cNvSpPr>
          <p:nvPr/>
        </p:nvSpPr>
        <p:spPr>
          <a:xfrm xmlns:a="http://schemas.openxmlformats.org/drawingml/2006/main">
            <a:off x="609600" y="1152525"/>
            <a:ext cx="1247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4875" b="1">
                <a:solidFill>
                  <a:srgbClr val="FFFFFF"/>
                </a:solidFill>
                <a:latin typeface="Helvetica Neue"/>
                <a:ea typeface="Helvetica Neue"/>
                <a:cs typeface="Helvetica Neue"/>
              </a:defRPr>
            </a:defPPr>
            <a:lvl1pPr algn="l">
              <a:defRPr sz="4875" b="1">
                <a:solidFill>
                  <a:srgbClr val="FFFFFF"/>
                </a:solidFill>
                <a:latin typeface="Helvetica Neue"/>
                <a:ea typeface="Helvetica Neue"/>
                <a:cs typeface="Helvetica Neue"/>
              </a:defRPr>
            </a:lvl1pPr>
            <a:lvl2pPr algn="l">
              <a:defRPr sz="4875" b="1">
                <a:solidFill>
                  <a:srgbClr val="FFFFFF"/>
                </a:solidFill>
                <a:latin typeface="Helvetica Neue"/>
                <a:ea typeface="Helvetica Neue"/>
                <a:cs typeface="Helvetica Neue"/>
              </a:defRPr>
            </a:lvl2pPr>
            <a:lvl3pPr algn="l">
              <a:defRPr sz="4875" b="1">
                <a:solidFill>
                  <a:srgbClr val="FFFFFF"/>
                </a:solidFill>
                <a:latin typeface="Helvetica Neue"/>
                <a:ea typeface="Helvetica Neue"/>
                <a:cs typeface="Helvetica Neue"/>
              </a:defRPr>
            </a:lvl3pPr>
            <a:lvl4pPr algn="l">
              <a:defRPr sz="4875" b="1">
                <a:solidFill>
                  <a:srgbClr val="FFFFFF"/>
                </a:solidFill>
                <a:latin typeface="Helvetica Neue"/>
                <a:ea typeface="Helvetica Neue"/>
                <a:cs typeface="Helvetica Neue"/>
              </a:defRPr>
            </a:lvl4pPr>
            <a:lvl5pPr algn="l">
              <a:defRPr sz="4875" b="1">
                <a:solidFill>
                  <a:srgbClr val="FFFFFF"/>
                </a:solidFill>
                <a:latin typeface="Helvetica Neue"/>
                <a:ea typeface="Helvetica Neue"/>
                <a:cs typeface="Helvetica Neue"/>
              </a:defRPr>
            </a:lvl5pPr>
            <a:lvl6pPr algn="l">
              <a:defRPr sz="4875" b="1">
                <a:solidFill>
                  <a:srgbClr val="FFFFFF"/>
                </a:solidFill>
                <a:latin typeface="Helvetica Neue"/>
                <a:ea typeface="Helvetica Neue"/>
                <a:cs typeface="Helvetica Neue"/>
              </a:defRPr>
            </a:lvl6pPr>
            <a:lvl7pPr algn="l">
              <a:defRPr sz="4875" b="1">
                <a:solidFill>
                  <a:srgbClr val="FFFFFF"/>
                </a:solidFill>
                <a:latin typeface="Helvetica Neue"/>
                <a:ea typeface="Helvetica Neue"/>
                <a:cs typeface="Helvetica Neue"/>
              </a:defRPr>
            </a:lvl7pPr>
            <a:lvl8pPr algn="l">
              <a:defRPr sz="4875" b="1">
                <a:solidFill>
                  <a:srgbClr val="FFFFFF"/>
                </a:solidFill>
                <a:latin typeface="Helvetica Neue"/>
                <a:ea typeface="Helvetica Neue"/>
                <a:cs typeface="Helvetica Neue"/>
              </a:defRPr>
            </a:lvl8pPr>
            <a:lvl9pPr algn="l">
              <a:defRPr sz="4875" b="1">
                <a:solidFill>
                  <a:srgbClr val="FFFFFF"/>
                </a:solidFill>
                <a:latin typeface="Helvetica Neue"/>
                <a:ea typeface="Helvetica Neue"/>
                <a:cs typeface="Helvetica Neue"/>
              </a:defRPr>
            </a:lvl9pPr>
          </a:lstStyle>
          <a:p xmlns:a="http://schemas.openxmlformats.org/drawingml/2006/main">
            <a:pPr algn="l">
              <a:defRPr sz="4875" b="1">
                <a:solidFill>
                  <a:srgbClr val="FFFFFF"/>
                </a:solidFill>
                <a:latin typeface="Helvetica Neue"/>
                <a:ea typeface="Helvetica Neue"/>
                <a:cs typeface="Helvetica Neue"/>
              </a:defRPr>
            </a:pPr>
            <a:r>
              <a:rPr sz="4875" b="1">
                <a:solidFill>
                  <a:srgbClr val="FFFFFF"/>
                </a:solidFill>
                <a:latin typeface="Helvetica Neue"/>
                <a:ea typeface="Helvetica Neue"/>
                <a:cs typeface="Helvetica Neue"/>
              </a:rPr>
              <a:t>Логика ИИ-компонента</a:t>
            </a:r>
          </a:p>
        </p:txBody>
      </p:sp>
      <p:sp>
        <p:nvSpPr>
          <p:cNvPr id="4" name="">
            <a:extLst xmlns:a="http://schemas.openxmlformats.org/drawingml/2006/main">
              <a:ext uri="{FF2B5EF4-FFF2-40B4-BE49-F238E27FC236}">
                <a16:creationId xmlns:a16="http://schemas.microsoft.com/office/drawing/2014/main" id="{1B119DEE-BC0A-4DA9-9687-EC117DE25AE9}"/>
              </a:ext>
            </a:extLst>
          </p:cNvPr>
          <p:cNvSpPr>
            <a:spLocks xmlns:a="http://schemas.openxmlformats.org/drawingml/2006/main" noGrp="1"/>
          </p:cNvSpPr>
          <p:nvPr/>
        </p:nvSpPr>
        <p:spPr>
          <a:xfrm xmlns:a="http://schemas.openxmlformats.org/drawingml/2006/main">
            <a:off x="647700" y="2105025"/>
            <a:ext cx="1314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0">
                <a:solidFill>
                  <a:srgbClr val="BED0DA"/>
                </a:solidFill>
                <a:latin typeface="Helvetica Neue"/>
                <a:ea typeface="Helvetica Neue"/>
                <a:cs typeface="Helvetica Neue"/>
              </a:defRPr>
            </a:defPPr>
            <a:lvl1pPr algn="l">
              <a:defRPr sz="2175" b="0">
                <a:solidFill>
                  <a:srgbClr val="BED0DA"/>
                </a:solidFill>
                <a:latin typeface="Helvetica Neue"/>
                <a:ea typeface="Helvetica Neue"/>
                <a:cs typeface="Helvetica Neue"/>
              </a:defRPr>
            </a:lvl1pPr>
            <a:lvl2pPr algn="l">
              <a:defRPr sz="2175" b="0">
                <a:solidFill>
                  <a:srgbClr val="BED0DA"/>
                </a:solidFill>
                <a:latin typeface="Helvetica Neue"/>
                <a:ea typeface="Helvetica Neue"/>
                <a:cs typeface="Helvetica Neue"/>
              </a:defRPr>
            </a:lvl2pPr>
            <a:lvl3pPr algn="l">
              <a:defRPr sz="2175" b="0">
                <a:solidFill>
                  <a:srgbClr val="BED0DA"/>
                </a:solidFill>
                <a:latin typeface="Helvetica Neue"/>
                <a:ea typeface="Helvetica Neue"/>
                <a:cs typeface="Helvetica Neue"/>
              </a:defRPr>
            </a:lvl3pPr>
            <a:lvl4pPr algn="l">
              <a:defRPr sz="2175" b="0">
                <a:solidFill>
                  <a:srgbClr val="BED0DA"/>
                </a:solidFill>
                <a:latin typeface="Helvetica Neue"/>
                <a:ea typeface="Helvetica Neue"/>
                <a:cs typeface="Helvetica Neue"/>
              </a:defRPr>
            </a:lvl4pPr>
            <a:lvl5pPr algn="l">
              <a:defRPr sz="2175" b="0">
                <a:solidFill>
                  <a:srgbClr val="BED0DA"/>
                </a:solidFill>
                <a:latin typeface="Helvetica Neue"/>
                <a:ea typeface="Helvetica Neue"/>
                <a:cs typeface="Helvetica Neue"/>
              </a:defRPr>
            </a:lvl5pPr>
            <a:lvl6pPr algn="l">
              <a:defRPr sz="2175" b="0">
                <a:solidFill>
                  <a:srgbClr val="BED0DA"/>
                </a:solidFill>
                <a:latin typeface="Helvetica Neue"/>
                <a:ea typeface="Helvetica Neue"/>
                <a:cs typeface="Helvetica Neue"/>
              </a:defRPr>
            </a:lvl6pPr>
            <a:lvl7pPr algn="l">
              <a:defRPr sz="2175" b="0">
                <a:solidFill>
                  <a:srgbClr val="BED0DA"/>
                </a:solidFill>
                <a:latin typeface="Helvetica Neue"/>
                <a:ea typeface="Helvetica Neue"/>
                <a:cs typeface="Helvetica Neue"/>
              </a:defRPr>
            </a:lvl7pPr>
            <a:lvl8pPr algn="l">
              <a:defRPr sz="2175" b="0">
                <a:solidFill>
                  <a:srgbClr val="BED0DA"/>
                </a:solidFill>
                <a:latin typeface="Helvetica Neue"/>
                <a:ea typeface="Helvetica Neue"/>
                <a:cs typeface="Helvetica Neue"/>
              </a:defRPr>
            </a:lvl8pPr>
            <a:lvl9pPr algn="l">
              <a:defRPr sz="2175" b="0">
                <a:solidFill>
                  <a:srgbClr val="BED0DA"/>
                </a:solidFill>
                <a:latin typeface="Helvetica Neue"/>
                <a:ea typeface="Helvetica Neue"/>
                <a:cs typeface="Helvetica Neue"/>
              </a:defRPr>
            </a:lvl9pPr>
          </a:lstStyle>
          <a:p xmlns:a="http://schemas.openxmlformats.org/drawingml/2006/main">
            <a:pPr algn="l">
              <a:defRPr sz="2175" b="0">
                <a:solidFill>
                  <a:srgbClr val="BED0DA"/>
                </a:solidFill>
                <a:latin typeface="Helvetica Neue"/>
                <a:ea typeface="Helvetica Neue"/>
                <a:cs typeface="Helvetica Neue"/>
              </a:defRPr>
            </a:pPr>
            <a:r>
              <a:rPr sz="2175" b="0">
                <a:solidFill>
                  <a:srgbClr val="BED0DA"/>
                </a:solidFill>
                <a:latin typeface="Helvetica Neue"/>
                <a:ea typeface="Helvetica Neue"/>
                <a:cs typeface="Helvetica Neue"/>
              </a:rPr>
              <a:t>Локальные правила без подключения к внешней нейросети</a:t>
            </a:r>
          </a:p>
        </p:txBody>
      </p:sp>
      <p:sp>
        <p:nvSpPr>
          <p:cNvPr id="5" name="">
            <a:extLst xmlns:a="http://schemas.openxmlformats.org/drawingml/2006/main">
              <a:ext uri="{FF2B5EF4-FFF2-40B4-BE49-F238E27FC236}">
                <a16:creationId xmlns:a16="http://schemas.microsoft.com/office/drawing/2014/main" id="{2CF43983-DBC9-428B-8DD0-0C7024903DE8}"/>
              </a:ext>
            </a:extLst>
          </p:cNvPr>
          <p:cNvSpPr>
            <a:spLocks xmlns:a="http://schemas.openxmlformats.org/drawingml/2006/main" noGrp="1"/>
          </p:cNvSpPr>
          <p:nvPr/>
        </p:nvSpPr>
        <p:spPr>
          <a:xfrm xmlns:a="http://schemas.openxmlformats.org/drawingml/2006/main">
            <a:off x="609600" y="308610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1">
                <a:solidFill>
                  <a:srgbClr val="8CD2B6"/>
                </a:solidFill>
                <a:latin typeface="Helvetica Neue"/>
                <a:ea typeface="Helvetica Neue"/>
                <a:cs typeface="Helvetica Neue"/>
              </a:defRPr>
            </a:defPPr>
            <a:lvl1pPr algn="l">
              <a:defRPr sz="1350" b="1">
                <a:solidFill>
                  <a:srgbClr val="8CD2B6"/>
                </a:solidFill>
                <a:latin typeface="Helvetica Neue"/>
                <a:ea typeface="Helvetica Neue"/>
                <a:cs typeface="Helvetica Neue"/>
              </a:defRPr>
            </a:lvl1pPr>
            <a:lvl2pPr algn="l">
              <a:defRPr sz="1350" b="1">
                <a:solidFill>
                  <a:srgbClr val="8CD2B6"/>
                </a:solidFill>
                <a:latin typeface="Helvetica Neue"/>
                <a:ea typeface="Helvetica Neue"/>
                <a:cs typeface="Helvetica Neue"/>
              </a:defRPr>
            </a:lvl2pPr>
            <a:lvl3pPr algn="l">
              <a:defRPr sz="1350" b="1">
                <a:solidFill>
                  <a:srgbClr val="8CD2B6"/>
                </a:solidFill>
                <a:latin typeface="Helvetica Neue"/>
                <a:ea typeface="Helvetica Neue"/>
                <a:cs typeface="Helvetica Neue"/>
              </a:defRPr>
            </a:lvl3pPr>
            <a:lvl4pPr algn="l">
              <a:defRPr sz="1350" b="1">
                <a:solidFill>
                  <a:srgbClr val="8CD2B6"/>
                </a:solidFill>
                <a:latin typeface="Helvetica Neue"/>
                <a:ea typeface="Helvetica Neue"/>
                <a:cs typeface="Helvetica Neue"/>
              </a:defRPr>
            </a:lvl4pPr>
            <a:lvl5pPr algn="l">
              <a:defRPr sz="1350" b="1">
                <a:solidFill>
                  <a:srgbClr val="8CD2B6"/>
                </a:solidFill>
                <a:latin typeface="Helvetica Neue"/>
                <a:ea typeface="Helvetica Neue"/>
                <a:cs typeface="Helvetica Neue"/>
              </a:defRPr>
            </a:lvl5pPr>
            <a:lvl6pPr algn="l">
              <a:defRPr sz="1350" b="1">
                <a:solidFill>
                  <a:srgbClr val="8CD2B6"/>
                </a:solidFill>
                <a:latin typeface="Helvetica Neue"/>
                <a:ea typeface="Helvetica Neue"/>
                <a:cs typeface="Helvetica Neue"/>
              </a:defRPr>
            </a:lvl6pPr>
            <a:lvl7pPr algn="l">
              <a:defRPr sz="1350" b="1">
                <a:solidFill>
                  <a:srgbClr val="8CD2B6"/>
                </a:solidFill>
                <a:latin typeface="Helvetica Neue"/>
                <a:ea typeface="Helvetica Neue"/>
                <a:cs typeface="Helvetica Neue"/>
              </a:defRPr>
            </a:lvl7pPr>
            <a:lvl8pPr algn="l">
              <a:defRPr sz="1350" b="1">
                <a:solidFill>
                  <a:srgbClr val="8CD2B6"/>
                </a:solidFill>
                <a:latin typeface="Helvetica Neue"/>
                <a:ea typeface="Helvetica Neue"/>
                <a:cs typeface="Helvetica Neue"/>
              </a:defRPr>
            </a:lvl8pPr>
            <a:lvl9pPr algn="l">
              <a:defRPr sz="1350" b="1">
                <a:solidFill>
                  <a:srgbClr val="8CD2B6"/>
                </a:solidFill>
                <a:latin typeface="Helvetica Neue"/>
                <a:ea typeface="Helvetica Neue"/>
                <a:cs typeface="Helvetica Neue"/>
              </a:defRPr>
            </a:lvl9pPr>
          </a:lstStyle>
          <a:p xmlns:a="http://schemas.openxmlformats.org/drawingml/2006/main">
            <a:pPr algn="l">
              <a:defRPr sz="1350" b="1">
                <a:solidFill>
                  <a:srgbClr val="8CD2B6"/>
                </a:solidFill>
                <a:latin typeface="Helvetica Neue"/>
                <a:ea typeface="Helvetica Neue"/>
                <a:cs typeface="Helvetica Neue"/>
              </a:defRPr>
            </a:pPr>
            <a:r>
              <a:rPr sz="1350" b="1">
                <a:solidFill>
                  <a:srgbClr val="8CD2B6"/>
                </a:solidFill>
                <a:latin typeface="Helvetica Neue"/>
                <a:ea typeface="Helvetica Neue"/>
                <a:cs typeface="Helvetica Neue"/>
              </a:rPr>
              <a:t>ВХОДНЫЕ ДАННЫЕ</a:t>
            </a:r>
          </a:p>
        </p:txBody>
      </p:sp>
      <p:sp>
        <p:nvSpPr>
          <p:cNvPr id="6" name="">
            <a:extLst xmlns:a="http://schemas.openxmlformats.org/drawingml/2006/main">
              <a:ext uri="{FF2B5EF4-FFF2-40B4-BE49-F238E27FC236}">
                <a16:creationId xmlns:a16="http://schemas.microsoft.com/office/drawing/2014/main" id="{AA7A7173-EF48-40B9-A403-D21144412ACD}"/>
              </a:ext>
            </a:extLst>
          </p:cNvPr>
          <p:cNvSpPr>
            <a:spLocks xmlns:a="http://schemas.openxmlformats.org/drawingml/2006/main" noGrp="1"/>
          </p:cNvSpPr>
          <p:nvPr/>
        </p:nvSpPr>
        <p:spPr>
          <a:xfrm xmlns:a="http://schemas.openxmlformats.org/drawingml/2006/main">
            <a:off x="609600" y="3600450"/>
            <a:ext cx="3571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625" b="1">
                <a:solidFill>
                  <a:srgbClr val="FFFFFF"/>
                </a:solidFill>
                <a:latin typeface="Helvetica Neue"/>
                <a:ea typeface="Helvetica Neue"/>
                <a:cs typeface="Helvetica Neue"/>
              </a:defRPr>
            </a:defPPr>
            <a:lvl1pPr algn="l">
              <a:defRPr sz="2625" b="1">
                <a:solidFill>
                  <a:srgbClr val="FFFFFF"/>
                </a:solidFill>
                <a:latin typeface="Helvetica Neue"/>
                <a:ea typeface="Helvetica Neue"/>
                <a:cs typeface="Helvetica Neue"/>
              </a:defRPr>
            </a:lvl1pPr>
            <a:lvl2pPr algn="l">
              <a:defRPr sz="2625" b="1">
                <a:solidFill>
                  <a:srgbClr val="FFFFFF"/>
                </a:solidFill>
                <a:latin typeface="Helvetica Neue"/>
                <a:ea typeface="Helvetica Neue"/>
                <a:cs typeface="Helvetica Neue"/>
              </a:defRPr>
            </a:lvl2pPr>
            <a:lvl3pPr algn="l">
              <a:defRPr sz="2625" b="1">
                <a:solidFill>
                  <a:srgbClr val="FFFFFF"/>
                </a:solidFill>
                <a:latin typeface="Helvetica Neue"/>
                <a:ea typeface="Helvetica Neue"/>
                <a:cs typeface="Helvetica Neue"/>
              </a:defRPr>
            </a:lvl3pPr>
            <a:lvl4pPr algn="l">
              <a:defRPr sz="2625" b="1">
                <a:solidFill>
                  <a:srgbClr val="FFFFFF"/>
                </a:solidFill>
                <a:latin typeface="Helvetica Neue"/>
                <a:ea typeface="Helvetica Neue"/>
                <a:cs typeface="Helvetica Neue"/>
              </a:defRPr>
            </a:lvl4pPr>
            <a:lvl5pPr algn="l">
              <a:defRPr sz="2625" b="1">
                <a:solidFill>
                  <a:srgbClr val="FFFFFF"/>
                </a:solidFill>
                <a:latin typeface="Helvetica Neue"/>
                <a:ea typeface="Helvetica Neue"/>
                <a:cs typeface="Helvetica Neue"/>
              </a:defRPr>
            </a:lvl5pPr>
            <a:lvl6pPr algn="l">
              <a:defRPr sz="2625" b="1">
                <a:solidFill>
                  <a:srgbClr val="FFFFFF"/>
                </a:solidFill>
                <a:latin typeface="Helvetica Neue"/>
                <a:ea typeface="Helvetica Neue"/>
                <a:cs typeface="Helvetica Neue"/>
              </a:defRPr>
            </a:lvl6pPr>
            <a:lvl7pPr algn="l">
              <a:defRPr sz="2625" b="1">
                <a:solidFill>
                  <a:srgbClr val="FFFFFF"/>
                </a:solidFill>
                <a:latin typeface="Helvetica Neue"/>
                <a:ea typeface="Helvetica Neue"/>
                <a:cs typeface="Helvetica Neue"/>
              </a:defRPr>
            </a:lvl7pPr>
            <a:lvl8pPr algn="l">
              <a:defRPr sz="2625" b="1">
                <a:solidFill>
                  <a:srgbClr val="FFFFFF"/>
                </a:solidFill>
                <a:latin typeface="Helvetica Neue"/>
                <a:ea typeface="Helvetica Neue"/>
                <a:cs typeface="Helvetica Neue"/>
              </a:defRPr>
            </a:lvl8pPr>
            <a:lvl9pPr algn="l">
              <a:defRPr sz="2625" b="1">
                <a:solidFill>
                  <a:srgbClr val="FFFFFF"/>
                </a:solidFill>
                <a:latin typeface="Helvetica Neue"/>
                <a:ea typeface="Helvetica Neue"/>
                <a:cs typeface="Helvetica Neue"/>
              </a:defRPr>
            </a:lvl9pPr>
          </a:lstStyle>
          <a:p xmlns:a="http://schemas.openxmlformats.org/drawingml/2006/main">
            <a:pPr algn="l">
              <a:defRPr sz="2625" b="1">
                <a:solidFill>
                  <a:srgbClr val="FFFFFF"/>
                </a:solidFill>
                <a:latin typeface="Helvetica Neue"/>
                <a:ea typeface="Helvetica Neue"/>
                <a:cs typeface="Helvetica Neue"/>
              </a:defRPr>
            </a:pPr>
            <a:r>
              <a:rPr sz="2625" b="1">
                <a:solidFill>
                  <a:srgbClr val="FFFFFF"/>
                </a:solidFill>
                <a:latin typeface="Helvetica Neue"/>
                <a:ea typeface="Helvetica Neue"/>
                <a:cs typeface="Helvetica Neue"/>
              </a:rPr>
              <a:t>Цель и история</a:t>
            </a:r>
          </a:p>
          <a:p xmlns:a="http://schemas.openxmlformats.org/drawingml/2006/main">
            <a:pPr algn="l">
              <a:defRPr sz="2625" b="1">
                <a:solidFill>
                  <a:srgbClr val="FFFFFF"/>
                </a:solidFill>
                <a:latin typeface="Helvetica Neue"/>
                <a:ea typeface="Helvetica Neue"/>
                <a:cs typeface="Helvetica Neue"/>
              </a:defRPr>
            </a:pPr>
            <a:r>
              <a:rPr sz="2625" b="1">
                <a:solidFill>
                  <a:srgbClr val="FFFFFF"/>
                </a:solidFill>
                <a:latin typeface="Helvetica Neue"/>
                <a:ea typeface="Helvetica Neue"/>
                <a:cs typeface="Helvetica Neue"/>
              </a:rPr>
              <a:t>ребёнка</a:t>
            </a:r>
          </a:p>
        </p:txBody>
      </p:sp>
      <p:sp>
        <p:nvSpPr>
          <p:cNvPr id="7" name="">
            <a:extLst xmlns:a="http://schemas.openxmlformats.org/drawingml/2006/main">
              <a:ext uri="{FF2B5EF4-FFF2-40B4-BE49-F238E27FC236}">
                <a16:creationId xmlns:a16="http://schemas.microsoft.com/office/drawing/2014/main" id="{9DAB12E1-74EE-4AEC-9ADA-78F1CADB0C85}"/>
              </a:ext>
            </a:extLst>
          </p:cNvPr>
          <p:cNvSpPr>
            <a:spLocks xmlns:a="http://schemas.openxmlformats.org/drawingml/2006/main" noGrp="1"/>
          </p:cNvSpPr>
          <p:nvPr/>
        </p:nvSpPr>
        <p:spPr>
          <a:xfrm xmlns:a="http://schemas.openxmlformats.org/drawingml/2006/main">
            <a:off x="609600" y="4695825"/>
            <a:ext cx="35814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BED0DA"/>
                </a:solidFill>
                <a:latin typeface="Helvetica Neue"/>
                <a:ea typeface="Helvetica Neue"/>
                <a:cs typeface="Helvetica Neue"/>
              </a:defRPr>
            </a:defPPr>
            <a:lvl1pPr algn="l">
              <a:defRPr sz="1725" b="0">
                <a:solidFill>
                  <a:srgbClr val="BED0DA"/>
                </a:solidFill>
                <a:latin typeface="Helvetica Neue"/>
                <a:ea typeface="Helvetica Neue"/>
                <a:cs typeface="Helvetica Neue"/>
              </a:defRPr>
            </a:lvl1pPr>
            <a:lvl2pPr algn="l">
              <a:defRPr sz="1725" b="0">
                <a:solidFill>
                  <a:srgbClr val="BED0DA"/>
                </a:solidFill>
                <a:latin typeface="Helvetica Neue"/>
                <a:ea typeface="Helvetica Neue"/>
                <a:cs typeface="Helvetica Neue"/>
              </a:defRPr>
            </a:lvl2pPr>
            <a:lvl3pPr algn="l">
              <a:defRPr sz="1725" b="0">
                <a:solidFill>
                  <a:srgbClr val="BED0DA"/>
                </a:solidFill>
                <a:latin typeface="Helvetica Neue"/>
                <a:ea typeface="Helvetica Neue"/>
                <a:cs typeface="Helvetica Neue"/>
              </a:defRPr>
            </a:lvl3pPr>
            <a:lvl4pPr algn="l">
              <a:defRPr sz="1725" b="0">
                <a:solidFill>
                  <a:srgbClr val="BED0DA"/>
                </a:solidFill>
                <a:latin typeface="Helvetica Neue"/>
                <a:ea typeface="Helvetica Neue"/>
                <a:cs typeface="Helvetica Neue"/>
              </a:defRPr>
            </a:lvl4pPr>
            <a:lvl5pPr algn="l">
              <a:defRPr sz="1725" b="0">
                <a:solidFill>
                  <a:srgbClr val="BED0DA"/>
                </a:solidFill>
                <a:latin typeface="Helvetica Neue"/>
                <a:ea typeface="Helvetica Neue"/>
                <a:cs typeface="Helvetica Neue"/>
              </a:defRPr>
            </a:lvl5pPr>
            <a:lvl6pPr algn="l">
              <a:defRPr sz="1725" b="0">
                <a:solidFill>
                  <a:srgbClr val="BED0DA"/>
                </a:solidFill>
                <a:latin typeface="Helvetica Neue"/>
                <a:ea typeface="Helvetica Neue"/>
                <a:cs typeface="Helvetica Neue"/>
              </a:defRPr>
            </a:lvl6pPr>
            <a:lvl7pPr algn="l">
              <a:defRPr sz="1725" b="0">
                <a:solidFill>
                  <a:srgbClr val="BED0DA"/>
                </a:solidFill>
                <a:latin typeface="Helvetica Neue"/>
                <a:ea typeface="Helvetica Neue"/>
                <a:cs typeface="Helvetica Neue"/>
              </a:defRPr>
            </a:lvl7pPr>
            <a:lvl8pPr algn="l">
              <a:defRPr sz="1725" b="0">
                <a:solidFill>
                  <a:srgbClr val="BED0DA"/>
                </a:solidFill>
                <a:latin typeface="Helvetica Neue"/>
                <a:ea typeface="Helvetica Neue"/>
                <a:cs typeface="Helvetica Neue"/>
              </a:defRPr>
            </a:lvl8pPr>
            <a:lvl9pPr algn="l">
              <a:defRPr sz="1725" b="0">
                <a:solidFill>
                  <a:srgbClr val="BED0DA"/>
                </a:solidFill>
                <a:latin typeface="Helvetica Neue"/>
                <a:ea typeface="Helvetica Neue"/>
                <a:cs typeface="Helvetica Neue"/>
              </a:defRPr>
            </a:lvl9pPr>
          </a:lstStyle>
          <a:p xmlns:a="http://schemas.openxmlformats.org/drawingml/2006/main">
            <a:pPr algn="l">
              <a:defRPr sz="1725" b="0">
                <a:solidFill>
                  <a:srgbClr val="BED0DA"/>
                </a:solidFill>
                <a:latin typeface="Helvetica Neue"/>
                <a:ea typeface="Helvetica Neue"/>
                <a:cs typeface="Helvetica Neue"/>
              </a:defRPr>
            </a:pPr>
            <a:r>
              <a:rPr sz="1725" b="0">
                <a:solidFill>
                  <a:srgbClr val="BED0DA"/>
                </a:solidFill>
                <a:latin typeface="Helvetica Neue"/>
                <a:ea typeface="Helvetica Neue"/>
                <a:cs typeface="Helvetica Neue"/>
              </a:rPr>
              <a:t>Активные цели и нужная помощь</a:t>
            </a:r>
          </a:p>
          <a:p xmlns:a="http://schemas.openxmlformats.org/drawingml/2006/main">
            <a:pPr algn="l">
              <a:defRPr sz="1725" b="0">
                <a:solidFill>
                  <a:srgbClr val="BED0DA"/>
                </a:solidFill>
                <a:latin typeface="Helvetica Neue"/>
                <a:ea typeface="Helvetica Neue"/>
                <a:cs typeface="Helvetica Neue"/>
              </a:defRPr>
            </a:pPr>
            <a:r>
              <a:rPr sz="1725" b="0">
                <a:solidFill>
                  <a:srgbClr val="BED0DA"/>
                </a:solidFill>
                <a:latin typeface="Helvetica Neue"/>
                <a:ea typeface="Helvetica Neue"/>
                <a:cs typeface="Helvetica Neue"/>
              </a:rPr>
              <a:t>Предпочтения родителя</a:t>
            </a:r>
          </a:p>
          <a:p xmlns:a="http://schemas.openxmlformats.org/drawingml/2006/main">
            <a:pPr algn="l">
              <a:defRPr sz="1725" b="0">
                <a:solidFill>
                  <a:srgbClr val="BED0DA"/>
                </a:solidFill>
                <a:latin typeface="Helvetica Neue"/>
                <a:ea typeface="Helvetica Neue"/>
                <a:cs typeface="Helvetica Neue"/>
              </a:defRPr>
            </a:pPr>
            <a:r>
              <a:rPr sz="1725" b="0">
                <a:solidFill>
                  <a:srgbClr val="BED0DA"/>
                </a:solidFill>
                <a:latin typeface="Helvetica Neue"/>
                <a:ea typeface="Helvetica Neue"/>
                <a:cs typeface="Helvetica Neue"/>
              </a:rPr>
              <a:t>До 8 завершённых результатов</a:t>
            </a:r>
          </a:p>
          <a:p xmlns:a="http://schemas.openxmlformats.org/drawingml/2006/main">
            <a:pPr algn="l">
              <a:defRPr sz="1725" b="0">
                <a:solidFill>
                  <a:srgbClr val="BED0DA"/>
                </a:solidFill>
                <a:latin typeface="Helvetica Neue"/>
                <a:ea typeface="Helvetica Neue"/>
                <a:cs typeface="Helvetica Neue"/>
              </a:defRPr>
            </a:pPr>
            <a:r>
              <a:rPr sz="1725" b="0">
                <a:solidFill>
                  <a:srgbClr val="BED0DA"/>
                </a:solidFill>
                <a:latin typeface="Helvetica Neue"/>
                <a:ea typeface="Helvetica Neue"/>
                <a:cs typeface="Helvetica Neue"/>
              </a:rPr>
              <a:t>Свежие ответы важнее</a:t>
            </a:r>
          </a:p>
        </p:txBody>
      </p:sp>
      <p:cxnSp>
        <p:nvCxnSpPr>
          <p:cNvPr id="8" name="">
            <a:extLst xmlns:a="http://schemas.openxmlformats.org/drawingml/2006/main">
              <a:ext uri="{FF2B5EF4-FFF2-40B4-BE49-F238E27FC236}">
                <a16:creationId xmlns:a16="http://schemas.microsoft.com/office/drawing/2014/main" id="{24A2756E-49F4-41F9-AE3D-59C5022652FC}"/>
              </a:ext>
            </a:extLst>
          </p:cNvPr>
          <p:cNvCxnSpPr/>
          <p:nvPr/>
        </p:nvCxnSpPr>
        <p:spPr>
          <a:xfrm xmlns:a="http://schemas.openxmlformats.org/drawingml/2006/main">
            <a:off x="4162425" y="4371975"/>
            <a:ext cx="581025" cy="0"/>
          </a:xfrm>
          <a:prstGeom xmlns:a="http://schemas.openxmlformats.org/drawingml/2006/main" prst="straightConnector1">
            <a:avLst/>
          </a:prstGeom>
          <a:ln xmlns:a="http://schemas.openxmlformats.org/drawingml/2006/main" w="23813">
            <a:solidFill>
              <a:srgbClr val="8CD2B6"/>
            </a:solidFill>
            <a:tailEnd type="arrow" w="med" len="med"/>
          </a:ln>
        </p:spPr>
      </p:cxnSp>
      <p:sp>
        <p:nvSpPr>
          <p:cNvPr id="9" name="">
            <a:extLst xmlns:a="http://schemas.openxmlformats.org/drawingml/2006/main">
              <a:ext uri="{FF2B5EF4-FFF2-40B4-BE49-F238E27FC236}">
                <a16:creationId xmlns:a16="http://schemas.microsoft.com/office/drawing/2014/main" id="{8087BB80-3FE5-4182-B1DF-BB90DAAA506A}"/>
              </a:ext>
            </a:extLst>
          </p:cNvPr>
          <p:cNvSpPr>
            <a:spLocks xmlns:a="http://schemas.openxmlformats.org/drawingml/2006/main" noGrp="1"/>
          </p:cNvSpPr>
          <p:nvPr/>
        </p:nvSpPr>
        <p:spPr>
          <a:xfrm xmlns:a="http://schemas.openxmlformats.org/drawingml/2006/main">
            <a:off x="4953000" y="3000375"/>
            <a:ext cx="5353050" cy="3057525"/>
          </a:xfrm>
          <a:prstGeom xmlns:a="http://schemas.openxmlformats.org/drawingml/2006/main" prst="roundRect">
            <a:avLst>
              <a:gd name="adj" fmla="val 6854"/>
            </a:avLst>
          </a:prstGeom>
          <a:solidFill xmlns:a="http://schemas.openxmlformats.org/drawingml/2006/main">
            <a:srgbClr val="E5F1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1A4F51F-D176-4E44-833E-4C1E5B7DBC8F}"/>
              </a:ext>
            </a:extLst>
          </p:cNvPr>
          <p:cNvSpPr>
            <a:spLocks xmlns:a="http://schemas.openxmlformats.org/drawingml/2006/main" noGrp="1"/>
          </p:cNvSpPr>
          <p:nvPr/>
        </p:nvSpPr>
        <p:spPr>
          <a:xfrm xmlns:a="http://schemas.openxmlformats.org/drawingml/2006/main">
            <a:off x="5238750" y="3248025"/>
            <a:ext cx="4762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1">
                <a:solidFill>
                  <a:srgbClr val="247C63"/>
                </a:solidFill>
                <a:latin typeface="Helvetica Neue"/>
                <a:ea typeface="Helvetica Neue"/>
                <a:cs typeface="Helvetica Neue"/>
              </a:defRPr>
            </a:defPPr>
            <a:lvl1pPr algn="l">
              <a:defRPr sz="1350" b="1">
                <a:solidFill>
                  <a:srgbClr val="247C63"/>
                </a:solidFill>
                <a:latin typeface="Helvetica Neue"/>
                <a:ea typeface="Helvetica Neue"/>
                <a:cs typeface="Helvetica Neue"/>
              </a:defRPr>
            </a:lvl1pPr>
            <a:lvl2pPr algn="l">
              <a:defRPr sz="1350" b="1">
                <a:solidFill>
                  <a:srgbClr val="247C63"/>
                </a:solidFill>
                <a:latin typeface="Helvetica Neue"/>
                <a:ea typeface="Helvetica Neue"/>
                <a:cs typeface="Helvetica Neue"/>
              </a:defRPr>
            </a:lvl2pPr>
            <a:lvl3pPr algn="l">
              <a:defRPr sz="1350" b="1">
                <a:solidFill>
                  <a:srgbClr val="247C63"/>
                </a:solidFill>
                <a:latin typeface="Helvetica Neue"/>
                <a:ea typeface="Helvetica Neue"/>
                <a:cs typeface="Helvetica Neue"/>
              </a:defRPr>
            </a:lvl3pPr>
            <a:lvl4pPr algn="l">
              <a:defRPr sz="1350" b="1">
                <a:solidFill>
                  <a:srgbClr val="247C63"/>
                </a:solidFill>
                <a:latin typeface="Helvetica Neue"/>
                <a:ea typeface="Helvetica Neue"/>
                <a:cs typeface="Helvetica Neue"/>
              </a:defRPr>
            </a:lvl4pPr>
            <a:lvl5pPr algn="l">
              <a:defRPr sz="1350" b="1">
                <a:solidFill>
                  <a:srgbClr val="247C63"/>
                </a:solidFill>
                <a:latin typeface="Helvetica Neue"/>
                <a:ea typeface="Helvetica Neue"/>
                <a:cs typeface="Helvetica Neue"/>
              </a:defRPr>
            </a:lvl5pPr>
            <a:lvl6pPr algn="l">
              <a:defRPr sz="1350" b="1">
                <a:solidFill>
                  <a:srgbClr val="247C63"/>
                </a:solidFill>
                <a:latin typeface="Helvetica Neue"/>
                <a:ea typeface="Helvetica Neue"/>
                <a:cs typeface="Helvetica Neue"/>
              </a:defRPr>
            </a:lvl6pPr>
            <a:lvl7pPr algn="l">
              <a:defRPr sz="1350" b="1">
                <a:solidFill>
                  <a:srgbClr val="247C63"/>
                </a:solidFill>
                <a:latin typeface="Helvetica Neue"/>
                <a:ea typeface="Helvetica Neue"/>
                <a:cs typeface="Helvetica Neue"/>
              </a:defRPr>
            </a:lvl7pPr>
            <a:lvl8pPr algn="l">
              <a:defRPr sz="1350" b="1">
                <a:solidFill>
                  <a:srgbClr val="247C63"/>
                </a:solidFill>
                <a:latin typeface="Helvetica Neue"/>
                <a:ea typeface="Helvetica Neue"/>
                <a:cs typeface="Helvetica Neue"/>
              </a:defRPr>
            </a:lvl8pPr>
            <a:lvl9pPr algn="l">
              <a:defRPr sz="1350" b="1">
                <a:solidFill>
                  <a:srgbClr val="247C63"/>
                </a:solidFill>
                <a:latin typeface="Helvetica Neue"/>
                <a:ea typeface="Helvetica Neue"/>
                <a:cs typeface="Helvetica Neue"/>
              </a:defRPr>
            </a:lvl9pPr>
          </a:lstStyle>
          <a:p xmlns:a="http://schemas.openxmlformats.org/drawingml/2006/main">
            <a:pPr algn="l">
              <a:defRPr sz="1350" b="1">
                <a:solidFill>
                  <a:srgbClr val="247C63"/>
                </a:solidFill>
                <a:latin typeface="Helvetica Neue"/>
                <a:ea typeface="Helvetica Neue"/>
                <a:cs typeface="Helvetica Neue"/>
              </a:defRPr>
            </a:pPr>
            <a:r>
              <a:rPr sz="1350" b="1">
                <a:solidFill>
                  <a:srgbClr val="247C63"/>
                </a:solidFill>
                <a:latin typeface="Helvetica Neue"/>
                <a:ea typeface="Helvetica Neue"/>
                <a:cs typeface="Helvetica Neue"/>
              </a:rPr>
              <a:t>АДАПТИВНЫЙ АЛГОРИТМ</a:t>
            </a:r>
          </a:p>
        </p:txBody>
      </p:sp>
      <p:sp>
        <p:nvSpPr>
          <p:cNvPr id="11" name="">
            <a:extLst xmlns:a="http://schemas.openxmlformats.org/drawingml/2006/main">
              <a:ext uri="{FF2B5EF4-FFF2-40B4-BE49-F238E27FC236}">
                <a16:creationId xmlns:a16="http://schemas.microsoft.com/office/drawing/2014/main" id="{3E67B221-7E2F-4D82-832B-7D787587E8E0}"/>
              </a:ext>
            </a:extLst>
          </p:cNvPr>
          <p:cNvSpPr>
            <a:spLocks xmlns:a="http://schemas.openxmlformats.org/drawingml/2006/main" noGrp="1"/>
          </p:cNvSpPr>
          <p:nvPr/>
        </p:nvSpPr>
        <p:spPr>
          <a:xfrm xmlns:a="http://schemas.openxmlformats.org/drawingml/2006/main">
            <a:off x="5238750" y="3790950"/>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247C63"/>
                </a:solidFill>
                <a:latin typeface="Helvetica Neue"/>
                <a:ea typeface="Helvetica Neue"/>
                <a:cs typeface="Helvetica Neue"/>
              </a:defRPr>
            </a:defPPr>
            <a:lvl1pPr algn="l">
              <a:defRPr sz="1875" b="1">
                <a:solidFill>
                  <a:srgbClr val="247C63"/>
                </a:solidFill>
                <a:latin typeface="Helvetica Neue"/>
                <a:ea typeface="Helvetica Neue"/>
                <a:cs typeface="Helvetica Neue"/>
              </a:defRPr>
            </a:lvl1pPr>
            <a:lvl2pPr algn="l">
              <a:defRPr sz="1875" b="1">
                <a:solidFill>
                  <a:srgbClr val="247C63"/>
                </a:solidFill>
                <a:latin typeface="Helvetica Neue"/>
                <a:ea typeface="Helvetica Neue"/>
                <a:cs typeface="Helvetica Neue"/>
              </a:defRPr>
            </a:lvl2pPr>
            <a:lvl3pPr algn="l">
              <a:defRPr sz="1875" b="1">
                <a:solidFill>
                  <a:srgbClr val="247C63"/>
                </a:solidFill>
                <a:latin typeface="Helvetica Neue"/>
                <a:ea typeface="Helvetica Neue"/>
                <a:cs typeface="Helvetica Neue"/>
              </a:defRPr>
            </a:lvl3pPr>
            <a:lvl4pPr algn="l">
              <a:defRPr sz="1875" b="1">
                <a:solidFill>
                  <a:srgbClr val="247C63"/>
                </a:solidFill>
                <a:latin typeface="Helvetica Neue"/>
                <a:ea typeface="Helvetica Neue"/>
                <a:cs typeface="Helvetica Neue"/>
              </a:defRPr>
            </a:lvl4pPr>
            <a:lvl5pPr algn="l">
              <a:defRPr sz="1875" b="1">
                <a:solidFill>
                  <a:srgbClr val="247C63"/>
                </a:solidFill>
                <a:latin typeface="Helvetica Neue"/>
                <a:ea typeface="Helvetica Neue"/>
                <a:cs typeface="Helvetica Neue"/>
              </a:defRPr>
            </a:lvl5pPr>
            <a:lvl6pPr algn="l">
              <a:defRPr sz="1875" b="1">
                <a:solidFill>
                  <a:srgbClr val="247C63"/>
                </a:solidFill>
                <a:latin typeface="Helvetica Neue"/>
                <a:ea typeface="Helvetica Neue"/>
                <a:cs typeface="Helvetica Neue"/>
              </a:defRPr>
            </a:lvl6pPr>
            <a:lvl7pPr algn="l">
              <a:defRPr sz="1875" b="1">
                <a:solidFill>
                  <a:srgbClr val="247C63"/>
                </a:solidFill>
                <a:latin typeface="Helvetica Neue"/>
                <a:ea typeface="Helvetica Neue"/>
                <a:cs typeface="Helvetica Neue"/>
              </a:defRPr>
            </a:lvl7pPr>
            <a:lvl8pPr algn="l">
              <a:defRPr sz="1875" b="1">
                <a:solidFill>
                  <a:srgbClr val="247C63"/>
                </a:solidFill>
                <a:latin typeface="Helvetica Neue"/>
                <a:ea typeface="Helvetica Neue"/>
                <a:cs typeface="Helvetica Neue"/>
              </a:defRPr>
            </a:lvl8pPr>
            <a:lvl9pPr algn="l">
              <a:defRPr sz="1875" b="1">
                <a:solidFill>
                  <a:srgbClr val="247C63"/>
                </a:solidFill>
                <a:latin typeface="Helvetica Neue"/>
                <a:ea typeface="Helvetica Neue"/>
                <a:cs typeface="Helvetica Neue"/>
              </a:defRPr>
            </a:lvl9pPr>
          </a:lstStyle>
          <a:p xmlns:a="http://schemas.openxmlformats.org/drawingml/2006/main">
            <a:pPr algn="l">
              <a:defRPr sz="1875" b="1">
                <a:solidFill>
                  <a:srgbClr val="247C63"/>
                </a:solidFill>
                <a:latin typeface="Helvetica Neue"/>
                <a:ea typeface="Helvetica Neue"/>
                <a:cs typeface="Helvetica Neue"/>
              </a:defRPr>
            </a:pPr>
            <a:r>
              <a:rPr sz="1875" b="1">
                <a:solidFill>
                  <a:srgbClr val="247C63"/>
                </a:solidFill>
                <a:latin typeface="Helvetica Neue"/>
                <a:ea typeface="Helvetica Neue"/>
                <a:cs typeface="Helvetica Neue"/>
              </a:rPr>
              <a:t>01</a:t>
            </a:r>
          </a:p>
        </p:txBody>
      </p:sp>
      <p:sp>
        <p:nvSpPr>
          <p:cNvPr id="12" name="">
            <a:extLst xmlns:a="http://schemas.openxmlformats.org/drawingml/2006/main">
              <a:ext uri="{FF2B5EF4-FFF2-40B4-BE49-F238E27FC236}">
                <a16:creationId xmlns:a16="http://schemas.microsoft.com/office/drawing/2014/main" id="{4A12D9AC-BE6E-4D1F-AD46-6D51B441553C}"/>
              </a:ext>
            </a:extLst>
          </p:cNvPr>
          <p:cNvSpPr>
            <a:spLocks xmlns:a="http://schemas.openxmlformats.org/drawingml/2006/main" noGrp="1"/>
          </p:cNvSpPr>
          <p:nvPr/>
        </p:nvSpPr>
        <p:spPr>
          <a:xfrm xmlns:a="http://schemas.openxmlformats.org/drawingml/2006/main">
            <a:off x="5810250" y="3771900"/>
            <a:ext cx="4143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173347"/>
                </a:solidFill>
                <a:latin typeface="Helvetica Neue"/>
                <a:ea typeface="Helvetica Neue"/>
                <a:cs typeface="Helvetica Neue"/>
              </a:defRPr>
            </a:defPPr>
            <a:lvl1pPr algn="l">
              <a:defRPr sz="2025" b="1">
                <a:solidFill>
                  <a:srgbClr val="173347"/>
                </a:solidFill>
                <a:latin typeface="Helvetica Neue"/>
                <a:ea typeface="Helvetica Neue"/>
                <a:cs typeface="Helvetica Neue"/>
              </a:defRPr>
            </a:lvl1pPr>
            <a:lvl2pPr algn="l">
              <a:defRPr sz="2025" b="1">
                <a:solidFill>
                  <a:srgbClr val="173347"/>
                </a:solidFill>
                <a:latin typeface="Helvetica Neue"/>
                <a:ea typeface="Helvetica Neue"/>
                <a:cs typeface="Helvetica Neue"/>
              </a:defRPr>
            </a:lvl2pPr>
            <a:lvl3pPr algn="l">
              <a:defRPr sz="2025" b="1">
                <a:solidFill>
                  <a:srgbClr val="173347"/>
                </a:solidFill>
                <a:latin typeface="Helvetica Neue"/>
                <a:ea typeface="Helvetica Neue"/>
                <a:cs typeface="Helvetica Neue"/>
              </a:defRPr>
            </a:lvl3pPr>
            <a:lvl4pPr algn="l">
              <a:defRPr sz="2025" b="1">
                <a:solidFill>
                  <a:srgbClr val="173347"/>
                </a:solidFill>
                <a:latin typeface="Helvetica Neue"/>
                <a:ea typeface="Helvetica Neue"/>
                <a:cs typeface="Helvetica Neue"/>
              </a:defRPr>
            </a:lvl4pPr>
            <a:lvl5pPr algn="l">
              <a:defRPr sz="2025" b="1">
                <a:solidFill>
                  <a:srgbClr val="173347"/>
                </a:solidFill>
                <a:latin typeface="Helvetica Neue"/>
                <a:ea typeface="Helvetica Neue"/>
                <a:cs typeface="Helvetica Neue"/>
              </a:defRPr>
            </a:lvl5pPr>
            <a:lvl6pPr algn="l">
              <a:defRPr sz="2025" b="1">
                <a:solidFill>
                  <a:srgbClr val="173347"/>
                </a:solidFill>
                <a:latin typeface="Helvetica Neue"/>
                <a:ea typeface="Helvetica Neue"/>
                <a:cs typeface="Helvetica Neue"/>
              </a:defRPr>
            </a:lvl6pPr>
            <a:lvl7pPr algn="l">
              <a:defRPr sz="2025" b="1">
                <a:solidFill>
                  <a:srgbClr val="173347"/>
                </a:solidFill>
                <a:latin typeface="Helvetica Neue"/>
                <a:ea typeface="Helvetica Neue"/>
                <a:cs typeface="Helvetica Neue"/>
              </a:defRPr>
            </a:lvl7pPr>
            <a:lvl8pPr algn="l">
              <a:defRPr sz="2025" b="1">
                <a:solidFill>
                  <a:srgbClr val="173347"/>
                </a:solidFill>
                <a:latin typeface="Helvetica Neue"/>
                <a:ea typeface="Helvetica Neue"/>
                <a:cs typeface="Helvetica Neue"/>
              </a:defRPr>
            </a:lvl8pPr>
            <a:lvl9pPr algn="l">
              <a:defRPr sz="2025" b="1">
                <a:solidFill>
                  <a:srgbClr val="173347"/>
                </a:solidFill>
                <a:latin typeface="Helvetica Neue"/>
                <a:ea typeface="Helvetica Neue"/>
                <a:cs typeface="Helvetica Neue"/>
              </a:defRPr>
            </a:lvl9pPr>
          </a:lstStyle>
          <a:p xmlns:a="http://schemas.openxmlformats.org/drawingml/2006/main">
            <a:pPr algn="l">
              <a:defRPr sz="2025" b="1">
                <a:solidFill>
                  <a:srgbClr val="173347"/>
                </a:solidFill>
                <a:latin typeface="Helvetica Neue"/>
                <a:ea typeface="Helvetica Neue"/>
                <a:cs typeface="Helvetica Neue"/>
              </a:defRPr>
            </a:pPr>
            <a:r>
              <a:rPr sz="2025" b="1">
                <a:solidFill>
                  <a:srgbClr val="173347"/>
                </a:solidFill>
                <a:latin typeface="Helvetica Neue"/>
                <a:ea typeface="Helvetica Neue"/>
                <a:cs typeface="Helvetica Neue"/>
              </a:rPr>
              <a:t>Отбор</a:t>
            </a:r>
          </a:p>
        </p:txBody>
      </p:sp>
      <p:sp>
        <p:nvSpPr>
          <p:cNvPr id="13" name="">
            <a:extLst xmlns:a="http://schemas.openxmlformats.org/drawingml/2006/main">
              <a:ext uri="{FF2B5EF4-FFF2-40B4-BE49-F238E27FC236}">
                <a16:creationId xmlns:a16="http://schemas.microsoft.com/office/drawing/2014/main" id="{0FE08C02-578A-4B71-AD92-ADCA48BB0B62}"/>
              </a:ext>
            </a:extLst>
          </p:cNvPr>
          <p:cNvSpPr>
            <a:spLocks xmlns:a="http://schemas.openxmlformats.org/drawingml/2006/main" noGrp="1"/>
          </p:cNvSpPr>
          <p:nvPr/>
        </p:nvSpPr>
        <p:spPr>
          <a:xfrm xmlns:a="http://schemas.openxmlformats.org/drawingml/2006/main">
            <a:off x="5810250" y="4114800"/>
            <a:ext cx="414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0">
                <a:solidFill>
                  <a:srgbClr val="607581"/>
                </a:solidFill>
                <a:latin typeface="Helvetica Neue"/>
                <a:ea typeface="Helvetica Neue"/>
                <a:cs typeface="Helvetica Neue"/>
              </a:defRPr>
            </a:defPPr>
            <a:lvl1pPr algn="l">
              <a:defRPr sz="1575" b="0">
                <a:solidFill>
                  <a:srgbClr val="607581"/>
                </a:solidFill>
                <a:latin typeface="Helvetica Neue"/>
                <a:ea typeface="Helvetica Neue"/>
                <a:cs typeface="Helvetica Neue"/>
              </a:defRPr>
            </a:lvl1pPr>
            <a:lvl2pPr algn="l">
              <a:defRPr sz="1575" b="0">
                <a:solidFill>
                  <a:srgbClr val="607581"/>
                </a:solidFill>
                <a:latin typeface="Helvetica Neue"/>
                <a:ea typeface="Helvetica Neue"/>
                <a:cs typeface="Helvetica Neue"/>
              </a:defRPr>
            </a:lvl2pPr>
            <a:lvl3pPr algn="l">
              <a:defRPr sz="1575" b="0">
                <a:solidFill>
                  <a:srgbClr val="607581"/>
                </a:solidFill>
                <a:latin typeface="Helvetica Neue"/>
                <a:ea typeface="Helvetica Neue"/>
                <a:cs typeface="Helvetica Neue"/>
              </a:defRPr>
            </a:lvl3pPr>
            <a:lvl4pPr algn="l">
              <a:defRPr sz="1575" b="0">
                <a:solidFill>
                  <a:srgbClr val="607581"/>
                </a:solidFill>
                <a:latin typeface="Helvetica Neue"/>
                <a:ea typeface="Helvetica Neue"/>
                <a:cs typeface="Helvetica Neue"/>
              </a:defRPr>
            </a:lvl4pPr>
            <a:lvl5pPr algn="l">
              <a:defRPr sz="1575" b="0">
                <a:solidFill>
                  <a:srgbClr val="607581"/>
                </a:solidFill>
                <a:latin typeface="Helvetica Neue"/>
                <a:ea typeface="Helvetica Neue"/>
                <a:cs typeface="Helvetica Neue"/>
              </a:defRPr>
            </a:lvl5pPr>
            <a:lvl6pPr algn="l">
              <a:defRPr sz="1575" b="0">
                <a:solidFill>
                  <a:srgbClr val="607581"/>
                </a:solidFill>
                <a:latin typeface="Helvetica Neue"/>
                <a:ea typeface="Helvetica Neue"/>
                <a:cs typeface="Helvetica Neue"/>
              </a:defRPr>
            </a:lvl6pPr>
            <a:lvl7pPr algn="l">
              <a:defRPr sz="1575" b="0">
                <a:solidFill>
                  <a:srgbClr val="607581"/>
                </a:solidFill>
                <a:latin typeface="Helvetica Neue"/>
                <a:ea typeface="Helvetica Neue"/>
                <a:cs typeface="Helvetica Neue"/>
              </a:defRPr>
            </a:lvl7pPr>
            <a:lvl8pPr algn="l">
              <a:defRPr sz="1575" b="0">
                <a:solidFill>
                  <a:srgbClr val="607581"/>
                </a:solidFill>
                <a:latin typeface="Helvetica Neue"/>
                <a:ea typeface="Helvetica Neue"/>
                <a:cs typeface="Helvetica Neue"/>
              </a:defRPr>
            </a:lvl8pPr>
            <a:lvl9pPr algn="l">
              <a:defRPr sz="1575" b="0">
                <a:solidFill>
                  <a:srgbClr val="607581"/>
                </a:solidFill>
                <a:latin typeface="Helvetica Neue"/>
                <a:ea typeface="Helvetica Neue"/>
                <a:cs typeface="Helvetica Neue"/>
              </a:defRPr>
            </a:lvl9pPr>
          </a:lstStyle>
          <a:p xmlns:a="http://schemas.openxmlformats.org/drawingml/2006/main">
            <a:pPr algn="l">
              <a:defRPr sz="1575" b="0">
                <a:solidFill>
                  <a:srgbClr val="607581"/>
                </a:solidFill>
                <a:latin typeface="Helvetica Neue"/>
                <a:ea typeface="Helvetica Neue"/>
                <a:cs typeface="Helvetica Neue"/>
              </a:defRPr>
            </a:pPr>
            <a:r>
              <a:rPr sz="1575" b="0">
                <a:solidFill>
                  <a:srgbClr val="607581"/>
                </a:solidFill>
                <a:latin typeface="Helvetica Neue"/>
                <a:ea typeface="Helvetica Neue"/>
                <a:cs typeface="Helvetica Neue"/>
              </a:rPr>
              <a:t>Разрешённые задания по цели</a:t>
            </a:r>
          </a:p>
        </p:txBody>
      </p:sp>
      <p:cxnSp>
        <p:nvCxnSpPr>
          <p:cNvPr id="14" name="">
            <a:extLst xmlns:a="http://schemas.openxmlformats.org/drawingml/2006/main">
              <a:ext uri="{FF2B5EF4-FFF2-40B4-BE49-F238E27FC236}">
                <a16:creationId xmlns:a16="http://schemas.microsoft.com/office/drawing/2014/main" id="{83D85492-CF29-4F30-A9B5-086772102F77}"/>
              </a:ext>
            </a:extLst>
          </p:cNvPr>
          <p:cNvCxnSpPr/>
          <p:nvPr/>
        </p:nvCxnSpPr>
        <p:spPr>
          <a:xfrm xmlns:a="http://schemas.openxmlformats.org/drawingml/2006/main">
            <a:off x="5238750" y="4410075"/>
            <a:ext cx="4762500" cy="0"/>
          </a:xfrm>
          <a:prstGeom xmlns:a="http://schemas.openxmlformats.org/drawingml/2006/main" prst="straightConnector1">
            <a:avLst/>
          </a:prstGeom>
          <a:ln xmlns:a="http://schemas.openxmlformats.org/drawingml/2006/main" w="9525">
            <a:solidFill>
              <a:srgbClr val="BED6CD"/>
            </a:solidFill>
          </a:ln>
        </p:spPr>
      </p:cxnSp>
      <p:sp>
        <p:nvSpPr>
          <p:cNvPr id="15" name="">
            <a:extLst xmlns:a="http://schemas.openxmlformats.org/drawingml/2006/main">
              <a:ext uri="{FF2B5EF4-FFF2-40B4-BE49-F238E27FC236}">
                <a16:creationId xmlns:a16="http://schemas.microsoft.com/office/drawing/2014/main" id="{45663BE6-7C6D-4326-BC6F-564292D2A2B6}"/>
              </a:ext>
            </a:extLst>
          </p:cNvPr>
          <p:cNvSpPr>
            <a:spLocks xmlns:a="http://schemas.openxmlformats.org/drawingml/2006/main" noGrp="1"/>
          </p:cNvSpPr>
          <p:nvPr/>
        </p:nvSpPr>
        <p:spPr>
          <a:xfrm xmlns:a="http://schemas.openxmlformats.org/drawingml/2006/main">
            <a:off x="5238750" y="4486275"/>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247C63"/>
                </a:solidFill>
                <a:latin typeface="Helvetica Neue"/>
                <a:ea typeface="Helvetica Neue"/>
                <a:cs typeface="Helvetica Neue"/>
              </a:defRPr>
            </a:defPPr>
            <a:lvl1pPr algn="l">
              <a:defRPr sz="1875" b="1">
                <a:solidFill>
                  <a:srgbClr val="247C63"/>
                </a:solidFill>
                <a:latin typeface="Helvetica Neue"/>
                <a:ea typeface="Helvetica Neue"/>
                <a:cs typeface="Helvetica Neue"/>
              </a:defRPr>
            </a:lvl1pPr>
            <a:lvl2pPr algn="l">
              <a:defRPr sz="1875" b="1">
                <a:solidFill>
                  <a:srgbClr val="247C63"/>
                </a:solidFill>
                <a:latin typeface="Helvetica Neue"/>
                <a:ea typeface="Helvetica Neue"/>
                <a:cs typeface="Helvetica Neue"/>
              </a:defRPr>
            </a:lvl2pPr>
            <a:lvl3pPr algn="l">
              <a:defRPr sz="1875" b="1">
                <a:solidFill>
                  <a:srgbClr val="247C63"/>
                </a:solidFill>
                <a:latin typeface="Helvetica Neue"/>
                <a:ea typeface="Helvetica Neue"/>
                <a:cs typeface="Helvetica Neue"/>
              </a:defRPr>
            </a:lvl3pPr>
            <a:lvl4pPr algn="l">
              <a:defRPr sz="1875" b="1">
                <a:solidFill>
                  <a:srgbClr val="247C63"/>
                </a:solidFill>
                <a:latin typeface="Helvetica Neue"/>
                <a:ea typeface="Helvetica Neue"/>
                <a:cs typeface="Helvetica Neue"/>
              </a:defRPr>
            </a:lvl4pPr>
            <a:lvl5pPr algn="l">
              <a:defRPr sz="1875" b="1">
                <a:solidFill>
                  <a:srgbClr val="247C63"/>
                </a:solidFill>
                <a:latin typeface="Helvetica Neue"/>
                <a:ea typeface="Helvetica Neue"/>
                <a:cs typeface="Helvetica Neue"/>
              </a:defRPr>
            </a:lvl5pPr>
            <a:lvl6pPr algn="l">
              <a:defRPr sz="1875" b="1">
                <a:solidFill>
                  <a:srgbClr val="247C63"/>
                </a:solidFill>
                <a:latin typeface="Helvetica Neue"/>
                <a:ea typeface="Helvetica Neue"/>
                <a:cs typeface="Helvetica Neue"/>
              </a:defRPr>
            </a:lvl6pPr>
            <a:lvl7pPr algn="l">
              <a:defRPr sz="1875" b="1">
                <a:solidFill>
                  <a:srgbClr val="247C63"/>
                </a:solidFill>
                <a:latin typeface="Helvetica Neue"/>
                <a:ea typeface="Helvetica Neue"/>
                <a:cs typeface="Helvetica Neue"/>
              </a:defRPr>
            </a:lvl7pPr>
            <a:lvl8pPr algn="l">
              <a:defRPr sz="1875" b="1">
                <a:solidFill>
                  <a:srgbClr val="247C63"/>
                </a:solidFill>
                <a:latin typeface="Helvetica Neue"/>
                <a:ea typeface="Helvetica Neue"/>
                <a:cs typeface="Helvetica Neue"/>
              </a:defRPr>
            </a:lvl8pPr>
            <a:lvl9pPr algn="l">
              <a:defRPr sz="1875" b="1">
                <a:solidFill>
                  <a:srgbClr val="247C63"/>
                </a:solidFill>
                <a:latin typeface="Helvetica Neue"/>
                <a:ea typeface="Helvetica Neue"/>
                <a:cs typeface="Helvetica Neue"/>
              </a:defRPr>
            </a:lvl9pPr>
          </a:lstStyle>
          <a:p xmlns:a="http://schemas.openxmlformats.org/drawingml/2006/main">
            <a:pPr algn="l">
              <a:defRPr sz="1875" b="1">
                <a:solidFill>
                  <a:srgbClr val="247C63"/>
                </a:solidFill>
                <a:latin typeface="Helvetica Neue"/>
                <a:ea typeface="Helvetica Neue"/>
                <a:cs typeface="Helvetica Neue"/>
              </a:defRPr>
            </a:pPr>
            <a:r>
              <a:rPr sz="1875" b="1">
                <a:solidFill>
                  <a:srgbClr val="247C63"/>
                </a:solidFill>
                <a:latin typeface="Helvetica Neue"/>
                <a:ea typeface="Helvetica Neue"/>
                <a:cs typeface="Helvetica Neue"/>
              </a:rPr>
              <a:t>02</a:t>
            </a:r>
          </a:p>
        </p:txBody>
      </p:sp>
      <p:sp>
        <p:nvSpPr>
          <p:cNvPr id="16" name="">
            <a:extLst xmlns:a="http://schemas.openxmlformats.org/drawingml/2006/main">
              <a:ext uri="{FF2B5EF4-FFF2-40B4-BE49-F238E27FC236}">
                <a16:creationId xmlns:a16="http://schemas.microsoft.com/office/drawing/2014/main" id="{D7FC949B-1634-421F-8997-763A57621520}"/>
              </a:ext>
            </a:extLst>
          </p:cNvPr>
          <p:cNvSpPr>
            <a:spLocks xmlns:a="http://schemas.openxmlformats.org/drawingml/2006/main" noGrp="1"/>
          </p:cNvSpPr>
          <p:nvPr/>
        </p:nvSpPr>
        <p:spPr>
          <a:xfrm xmlns:a="http://schemas.openxmlformats.org/drawingml/2006/main">
            <a:off x="5810250" y="4467225"/>
            <a:ext cx="4143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173347"/>
                </a:solidFill>
                <a:latin typeface="Helvetica Neue"/>
                <a:ea typeface="Helvetica Neue"/>
                <a:cs typeface="Helvetica Neue"/>
              </a:defRPr>
            </a:defPPr>
            <a:lvl1pPr algn="l">
              <a:defRPr sz="2025" b="1">
                <a:solidFill>
                  <a:srgbClr val="173347"/>
                </a:solidFill>
                <a:latin typeface="Helvetica Neue"/>
                <a:ea typeface="Helvetica Neue"/>
                <a:cs typeface="Helvetica Neue"/>
              </a:defRPr>
            </a:lvl1pPr>
            <a:lvl2pPr algn="l">
              <a:defRPr sz="2025" b="1">
                <a:solidFill>
                  <a:srgbClr val="173347"/>
                </a:solidFill>
                <a:latin typeface="Helvetica Neue"/>
                <a:ea typeface="Helvetica Neue"/>
                <a:cs typeface="Helvetica Neue"/>
              </a:defRPr>
            </a:lvl2pPr>
            <a:lvl3pPr algn="l">
              <a:defRPr sz="2025" b="1">
                <a:solidFill>
                  <a:srgbClr val="173347"/>
                </a:solidFill>
                <a:latin typeface="Helvetica Neue"/>
                <a:ea typeface="Helvetica Neue"/>
                <a:cs typeface="Helvetica Neue"/>
              </a:defRPr>
            </a:lvl3pPr>
            <a:lvl4pPr algn="l">
              <a:defRPr sz="2025" b="1">
                <a:solidFill>
                  <a:srgbClr val="173347"/>
                </a:solidFill>
                <a:latin typeface="Helvetica Neue"/>
                <a:ea typeface="Helvetica Neue"/>
                <a:cs typeface="Helvetica Neue"/>
              </a:defRPr>
            </a:lvl4pPr>
            <a:lvl5pPr algn="l">
              <a:defRPr sz="2025" b="1">
                <a:solidFill>
                  <a:srgbClr val="173347"/>
                </a:solidFill>
                <a:latin typeface="Helvetica Neue"/>
                <a:ea typeface="Helvetica Neue"/>
                <a:cs typeface="Helvetica Neue"/>
              </a:defRPr>
            </a:lvl5pPr>
            <a:lvl6pPr algn="l">
              <a:defRPr sz="2025" b="1">
                <a:solidFill>
                  <a:srgbClr val="173347"/>
                </a:solidFill>
                <a:latin typeface="Helvetica Neue"/>
                <a:ea typeface="Helvetica Neue"/>
                <a:cs typeface="Helvetica Neue"/>
              </a:defRPr>
            </a:lvl6pPr>
            <a:lvl7pPr algn="l">
              <a:defRPr sz="2025" b="1">
                <a:solidFill>
                  <a:srgbClr val="173347"/>
                </a:solidFill>
                <a:latin typeface="Helvetica Neue"/>
                <a:ea typeface="Helvetica Neue"/>
                <a:cs typeface="Helvetica Neue"/>
              </a:defRPr>
            </a:lvl7pPr>
            <a:lvl8pPr algn="l">
              <a:defRPr sz="2025" b="1">
                <a:solidFill>
                  <a:srgbClr val="173347"/>
                </a:solidFill>
                <a:latin typeface="Helvetica Neue"/>
                <a:ea typeface="Helvetica Neue"/>
                <a:cs typeface="Helvetica Neue"/>
              </a:defRPr>
            </a:lvl8pPr>
            <a:lvl9pPr algn="l">
              <a:defRPr sz="2025" b="1">
                <a:solidFill>
                  <a:srgbClr val="173347"/>
                </a:solidFill>
                <a:latin typeface="Helvetica Neue"/>
                <a:ea typeface="Helvetica Neue"/>
                <a:cs typeface="Helvetica Neue"/>
              </a:defRPr>
            </a:lvl9pPr>
          </a:lstStyle>
          <a:p xmlns:a="http://schemas.openxmlformats.org/drawingml/2006/main">
            <a:pPr algn="l">
              <a:defRPr sz="2025" b="1">
                <a:solidFill>
                  <a:srgbClr val="173347"/>
                </a:solidFill>
                <a:latin typeface="Helvetica Neue"/>
                <a:ea typeface="Helvetica Neue"/>
                <a:cs typeface="Helvetica Neue"/>
              </a:defRPr>
            </a:pPr>
            <a:r>
              <a:rPr sz="2025" b="1">
                <a:solidFill>
                  <a:srgbClr val="173347"/>
                </a:solidFill>
                <a:latin typeface="Helvetica Neue"/>
                <a:ea typeface="Helvetica Neue"/>
                <a:cs typeface="Helvetica Neue"/>
              </a:rPr>
              <a:t>Анализ ответов</a:t>
            </a:r>
          </a:p>
        </p:txBody>
      </p:sp>
      <p:sp>
        <p:nvSpPr>
          <p:cNvPr id="17" name="">
            <a:extLst xmlns:a="http://schemas.openxmlformats.org/drawingml/2006/main">
              <a:ext uri="{FF2B5EF4-FFF2-40B4-BE49-F238E27FC236}">
                <a16:creationId xmlns:a16="http://schemas.microsoft.com/office/drawing/2014/main" id="{BCA498C3-6751-40EB-9847-4EE88E50C878}"/>
              </a:ext>
            </a:extLst>
          </p:cNvPr>
          <p:cNvSpPr>
            <a:spLocks xmlns:a="http://schemas.openxmlformats.org/drawingml/2006/main" noGrp="1"/>
          </p:cNvSpPr>
          <p:nvPr/>
        </p:nvSpPr>
        <p:spPr>
          <a:xfrm xmlns:a="http://schemas.openxmlformats.org/drawingml/2006/main">
            <a:off x="5810250" y="4810125"/>
            <a:ext cx="414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0">
                <a:solidFill>
                  <a:srgbClr val="607581"/>
                </a:solidFill>
                <a:latin typeface="Helvetica Neue"/>
                <a:ea typeface="Helvetica Neue"/>
                <a:cs typeface="Helvetica Neue"/>
              </a:defRPr>
            </a:defPPr>
            <a:lvl1pPr algn="l">
              <a:defRPr sz="1575" b="0">
                <a:solidFill>
                  <a:srgbClr val="607581"/>
                </a:solidFill>
                <a:latin typeface="Helvetica Neue"/>
                <a:ea typeface="Helvetica Neue"/>
                <a:cs typeface="Helvetica Neue"/>
              </a:defRPr>
            </a:lvl1pPr>
            <a:lvl2pPr algn="l">
              <a:defRPr sz="1575" b="0">
                <a:solidFill>
                  <a:srgbClr val="607581"/>
                </a:solidFill>
                <a:latin typeface="Helvetica Neue"/>
                <a:ea typeface="Helvetica Neue"/>
                <a:cs typeface="Helvetica Neue"/>
              </a:defRPr>
            </a:lvl2pPr>
            <a:lvl3pPr algn="l">
              <a:defRPr sz="1575" b="0">
                <a:solidFill>
                  <a:srgbClr val="607581"/>
                </a:solidFill>
                <a:latin typeface="Helvetica Neue"/>
                <a:ea typeface="Helvetica Neue"/>
                <a:cs typeface="Helvetica Neue"/>
              </a:defRPr>
            </a:lvl3pPr>
            <a:lvl4pPr algn="l">
              <a:defRPr sz="1575" b="0">
                <a:solidFill>
                  <a:srgbClr val="607581"/>
                </a:solidFill>
                <a:latin typeface="Helvetica Neue"/>
                <a:ea typeface="Helvetica Neue"/>
                <a:cs typeface="Helvetica Neue"/>
              </a:defRPr>
            </a:lvl4pPr>
            <a:lvl5pPr algn="l">
              <a:defRPr sz="1575" b="0">
                <a:solidFill>
                  <a:srgbClr val="607581"/>
                </a:solidFill>
                <a:latin typeface="Helvetica Neue"/>
                <a:ea typeface="Helvetica Neue"/>
                <a:cs typeface="Helvetica Neue"/>
              </a:defRPr>
            </a:lvl5pPr>
            <a:lvl6pPr algn="l">
              <a:defRPr sz="1575" b="0">
                <a:solidFill>
                  <a:srgbClr val="607581"/>
                </a:solidFill>
                <a:latin typeface="Helvetica Neue"/>
                <a:ea typeface="Helvetica Neue"/>
                <a:cs typeface="Helvetica Neue"/>
              </a:defRPr>
            </a:lvl6pPr>
            <a:lvl7pPr algn="l">
              <a:defRPr sz="1575" b="0">
                <a:solidFill>
                  <a:srgbClr val="607581"/>
                </a:solidFill>
                <a:latin typeface="Helvetica Neue"/>
                <a:ea typeface="Helvetica Neue"/>
                <a:cs typeface="Helvetica Neue"/>
              </a:defRPr>
            </a:lvl7pPr>
            <a:lvl8pPr algn="l">
              <a:defRPr sz="1575" b="0">
                <a:solidFill>
                  <a:srgbClr val="607581"/>
                </a:solidFill>
                <a:latin typeface="Helvetica Neue"/>
                <a:ea typeface="Helvetica Neue"/>
                <a:cs typeface="Helvetica Neue"/>
              </a:defRPr>
            </a:lvl8pPr>
            <a:lvl9pPr algn="l">
              <a:defRPr sz="1575" b="0">
                <a:solidFill>
                  <a:srgbClr val="607581"/>
                </a:solidFill>
                <a:latin typeface="Helvetica Neue"/>
                <a:ea typeface="Helvetica Neue"/>
                <a:cs typeface="Helvetica Neue"/>
              </a:defRPr>
            </a:lvl9pPr>
          </a:lstStyle>
          <a:p xmlns:a="http://schemas.openxmlformats.org/drawingml/2006/main">
            <a:pPr algn="l">
              <a:defRPr sz="1575" b="0">
                <a:solidFill>
                  <a:srgbClr val="607581"/>
                </a:solidFill>
                <a:latin typeface="Helvetica Neue"/>
                <a:ea typeface="Helvetica Neue"/>
                <a:cs typeface="Helvetica Neue"/>
              </a:defRPr>
            </a:pPr>
            <a:r>
              <a:rPr sz="1575" b="0">
                <a:solidFill>
                  <a:srgbClr val="607581"/>
                </a:solidFill>
                <a:latin typeface="Helvetica Neue"/>
                <a:ea typeface="Helvetica Neue"/>
                <a:cs typeface="Helvetica Neue"/>
              </a:rPr>
              <a:t>Точность и самостоятельность</a:t>
            </a:r>
          </a:p>
        </p:txBody>
      </p:sp>
      <p:cxnSp>
        <p:nvCxnSpPr>
          <p:cNvPr id="18" name="">
            <a:extLst xmlns:a="http://schemas.openxmlformats.org/drawingml/2006/main">
              <a:ext uri="{FF2B5EF4-FFF2-40B4-BE49-F238E27FC236}">
                <a16:creationId xmlns:a16="http://schemas.microsoft.com/office/drawing/2014/main" id="{AC7931EC-0376-46E2-B0C8-D2BD3B52573C}"/>
              </a:ext>
            </a:extLst>
          </p:cNvPr>
          <p:cNvCxnSpPr/>
          <p:nvPr/>
        </p:nvCxnSpPr>
        <p:spPr>
          <a:xfrm xmlns:a="http://schemas.openxmlformats.org/drawingml/2006/main">
            <a:off x="5238750" y="5105400"/>
            <a:ext cx="4762500" cy="0"/>
          </a:xfrm>
          <a:prstGeom xmlns:a="http://schemas.openxmlformats.org/drawingml/2006/main" prst="straightConnector1">
            <a:avLst/>
          </a:prstGeom>
          <a:ln xmlns:a="http://schemas.openxmlformats.org/drawingml/2006/main" w="9525">
            <a:solidFill>
              <a:srgbClr val="BED6CD"/>
            </a:solidFill>
          </a:ln>
        </p:spPr>
      </p:cxnSp>
      <p:sp>
        <p:nvSpPr>
          <p:cNvPr id="19" name="">
            <a:extLst xmlns:a="http://schemas.openxmlformats.org/drawingml/2006/main">
              <a:ext uri="{FF2B5EF4-FFF2-40B4-BE49-F238E27FC236}">
                <a16:creationId xmlns:a16="http://schemas.microsoft.com/office/drawing/2014/main" id="{ED1431E2-5BD3-4813-91F4-3BF6F4037547}"/>
              </a:ext>
            </a:extLst>
          </p:cNvPr>
          <p:cNvSpPr>
            <a:spLocks xmlns:a="http://schemas.openxmlformats.org/drawingml/2006/main" noGrp="1"/>
          </p:cNvSpPr>
          <p:nvPr/>
        </p:nvSpPr>
        <p:spPr>
          <a:xfrm xmlns:a="http://schemas.openxmlformats.org/drawingml/2006/main">
            <a:off x="5238750" y="5181600"/>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247C63"/>
                </a:solidFill>
                <a:latin typeface="Helvetica Neue"/>
                <a:ea typeface="Helvetica Neue"/>
                <a:cs typeface="Helvetica Neue"/>
              </a:defRPr>
            </a:defPPr>
            <a:lvl1pPr algn="l">
              <a:defRPr sz="1875" b="1">
                <a:solidFill>
                  <a:srgbClr val="247C63"/>
                </a:solidFill>
                <a:latin typeface="Helvetica Neue"/>
                <a:ea typeface="Helvetica Neue"/>
                <a:cs typeface="Helvetica Neue"/>
              </a:defRPr>
            </a:lvl1pPr>
            <a:lvl2pPr algn="l">
              <a:defRPr sz="1875" b="1">
                <a:solidFill>
                  <a:srgbClr val="247C63"/>
                </a:solidFill>
                <a:latin typeface="Helvetica Neue"/>
                <a:ea typeface="Helvetica Neue"/>
                <a:cs typeface="Helvetica Neue"/>
              </a:defRPr>
            </a:lvl2pPr>
            <a:lvl3pPr algn="l">
              <a:defRPr sz="1875" b="1">
                <a:solidFill>
                  <a:srgbClr val="247C63"/>
                </a:solidFill>
                <a:latin typeface="Helvetica Neue"/>
                <a:ea typeface="Helvetica Neue"/>
                <a:cs typeface="Helvetica Neue"/>
              </a:defRPr>
            </a:lvl3pPr>
            <a:lvl4pPr algn="l">
              <a:defRPr sz="1875" b="1">
                <a:solidFill>
                  <a:srgbClr val="247C63"/>
                </a:solidFill>
                <a:latin typeface="Helvetica Neue"/>
                <a:ea typeface="Helvetica Neue"/>
                <a:cs typeface="Helvetica Neue"/>
              </a:defRPr>
            </a:lvl4pPr>
            <a:lvl5pPr algn="l">
              <a:defRPr sz="1875" b="1">
                <a:solidFill>
                  <a:srgbClr val="247C63"/>
                </a:solidFill>
                <a:latin typeface="Helvetica Neue"/>
                <a:ea typeface="Helvetica Neue"/>
                <a:cs typeface="Helvetica Neue"/>
              </a:defRPr>
            </a:lvl5pPr>
            <a:lvl6pPr algn="l">
              <a:defRPr sz="1875" b="1">
                <a:solidFill>
                  <a:srgbClr val="247C63"/>
                </a:solidFill>
                <a:latin typeface="Helvetica Neue"/>
                <a:ea typeface="Helvetica Neue"/>
                <a:cs typeface="Helvetica Neue"/>
              </a:defRPr>
            </a:lvl6pPr>
            <a:lvl7pPr algn="l">
              <a:defRPr sz="1875" b="1">
                <a:solidFill>
                  <a:srgbClr val="247C63"/>
                </a:solidFill>
                <a:latin typeface="Helvetica Neue"/>
                <a:ea typeface="Helvetica Neue"/>
                <a:cs typeface="Helvetica Neue"/>
              </a:defRPr>
            </a:lvl7pPr>
            <a:lvl8pPr algn="l">
              <a:defRPr sz="1875" b="1">
                <a:solidFill>
                  <a:srgbClr val="247C63"/>
                </a:solidFill>
                <a:latin typeface="Helvetica Neue"/>
                <a:ea typeface="Helvetica Neue"/>
                <a:cs typeface="Helvetica Neue"/>
              </a:defRPr>
            </a:lvl8pPr>
            <a:lvl9pPr algn="l">
              <a:defRPr sz="1875" b="1">
                <a:solidFill>
                  <a:srgbClr val="247C63"/>
                </a:solidFill>
                <a:latin typeface="Helvetica Neue"/>
                <a:ea typeface="Helvetica Neue"/>
                <a:cs typeface="Helvetica Neue"/>
              </a:defRPr>
            </a:lvl9pPr>
          </a:lstStyle>
          <a:p xmlns:a="http://schemas.openxmlformats.org/drawingml/2006/main">
            <a:pPr algn="l">
              <a:defRPr sz="1875" b="1">
                <a:solidFill>
                  <a:srgbClr val="247C63"/>
                </a:solidFill>
                <a:latin typeface="Helvetica Neue"/>
                <a:ea typeface="Helvetica Neue"/>
                <a:cs typeface="Helvetica Neue"/>
              </a:defRPr>
            </a:pPr>
            <a:r>
              <a:rPr sz="1875" b="1">
                <a:solidFill>
                  <a:srgbClr val="247C63"/>
                </a:solidFill>
                <a:latin typeface="Helvetica Neue"/>
                <a:ea typeface="Helvetica Neue"/>
                <a:cs typeface="Helvetica Neue"/>
              </a:rPr>
              <a:t>03</a:t>
            </a:r>
          </a:p>
        </p:txBody>
      </p:sp>
      <p:sp>
        <p:nvSpPr>
          <p:cNvPr id="20" name="">
            <a:extLst xmlns:a="http://schemas.openxmlformats.org/drawingml/2006/main">
              <a:ext uri="{FF2B5EF4-FFF2-40B4-BE49-F238E27FC236}">
                <a16:creationId xmlns:a16="http://schemas.microsoft.com/office/drawing/2014/main" id="{CB85A30D-D622-40B8-98EA-FE9A19EB2DB5}"/>
              </a:ext>
            </a:extLst>
          </p:cNvPr>
          <p:cNvSpPr>
            <a:spLocks xmlns:a="http://schemas.openxmlformats.org/drawingml/2006/main" noGrp="1"/>
          </p:cNvSpPr>
          <p:nvPr/>
        </p:nvSpPr>
        <p:spPr>
          <a:xfrm xmlns:a="http://schemas.openxmlformats.org/drawingml/2006/main">
            <a:off x="5810250" y="5162550"/>
            <a:ext cx="4143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173347"/>
                </a:solidFill>
                <a:latin typeface="Helvetica Neue"/>
                <a:ea typeface="Helvetica Neue"/>
                <a:cs typeface="Helvetica Neue"/>
              </a:defRPr>
            </a:defPPr>
            <a:lvl1pPr algn="l">
              <a:defRPr sz="2025" b="1">
                <a:solidFill>
                  <a:srgbClr val="173347"/>
                </a:solidFill>
                <a:latin typeface="Helvetica Neue"/>
                <a:ea typeface="Helvetica Neue"/>
                <a:cs typeface="Helvetica Neue"/>
              </a:defRPr>
            </a:lvl1pPr>
            <a:lvl2pPr algn="l">
              <a:defRPr sz="2025" b="1">
                <a:solidFill>
                  <a:srgbClr val="173347"/>
                </a:solidFill>
                <a:latin typeface="Helvetica Neue"/>
                <a:ea typeface="Helvetica Neue"/>
                <a:cs typeface="Helvetica Neue"/>
              </a:defRPr>
            </a:lvl2pPr>
            <a:lvl3pPr algn="l">
              <a:defRPr sz="2025" b="1">
                <a:solidFill>
                  <a:srgbClr val="173347"/>
                </a:solidFill>
                <a:latin typeface="Helvetica Neue"/>
                <a:ea typeface="Helvetica Neue"/>
                <a:cs typeface="Helvetica Neue"/>
              </a:defRPr>
            </a:lvl3pPr>
            <a:lvl4pPr algn="l">
              <a:defRPr sz="2025" b="1">
                <a:solidFill>
                  <a:srgbClr val="173347"/>
                </a:solidFill>
                <a:latin typeface="Helvetica Neue"/>
                <a:ea typeface="Helvetica Neue"/>
                <a:cs typeface="Helvetica Neue"/>
              </a:defRPr>
            </a:lvl4pPr>
            <a:lvl5pPr algn="l">
              <a:defRPr sz="2025" b="1">
                <a:solidFill>
                  <a:srgbClr val="173347"/>
                </a:solidFill>
                <a:latin typeface="Helvetica Neue"/>
                <a:ea typeface="Helvetica Neue"/>
                <a:cs typeface="Helvetica Neue"/>
              </a:defRPr>
            </a:lvl5pPr>
            <a:lvl6pPr algn="l">
              <a:defRPr sz="2025" b="1">
                <a:solidFill>
                  <a:srgbClr val="173347"/>
                </a:solidFill>
                <a:latin typeface="Helvetica Neue"/>
                <a:ea typeface="Helvetica Neue"/>
                <a:cs typeface="Helvetica Neue"/>
              </a:defRPr>
            </a:lvl6pPr>
            <a:lvl7pPr algn="l">
              <a:defRPr sz="2025" b="1">
                <a:solidFill>
                  <a:srgbClr val="173347"/>
                </a:solidFill>
                <a:latin typeface="Helvetica Neue"/>
                <a:ea typeface="Helvetica Neue"/>
                <a:cs typeface="Helvetica Neue"/>
              </a:defRPr>
            </a:lvl7pPr>
            <a:lvl8pPr algn="l">
              <a:defRPr sz="2025" b="1">
                <a:solidFill>
                  <a:srgbClr val="173347"/>
                </a:solidFill>
                <a:latin typeface="Helvetica Neue"/>
                <a:ea typeface="Helvetica Neue"/>
                <a:cs typeface="Helvetica Neue"/>
              </a:defRPr>
            </a:lvl8pPr>
            <a:lvl9pPr algn="l">
              <a:defRPr sz="2025" b="1">
                <a:solidFill>
                  <a:srgbClr val="173347"/>
                </a:solidFill>
                <a:latin typeface="Helvetica Neue"/>
                <a:ea typeface="Helvetica Neue"/>
                <a:cs typeface="Helvetica Neue"/>
              </a:defRPr>
            </a:lvl9pPr>
          </a:lstStyle>
          <a:p xmlns:a="http://schemas.openxmlformats.org/drawingml/2006/main">
            <a:pPr algn="l">
              <a:defRPr sz="2025" b="1">
                <a:solidFill>
                  <a:srgbClr val="173347"/>
                </a:solidFill>
                <a:latin typeface="Helvetica Neue"/>
                <a:ea typeface="Helvetica Neue"/>
                <a:cs typeface="Helvetica Neue"/>
              </a:defRPr>
            </a:pPr>
            <a:r>
              <a:rPr sz="2025" b="1">
                <a:solidFill>
                  <a:srgbClr val="173347"/>
                </a:solidFill>
                <a:latin typeface="Helvetica Neue"/>
                <a:ea typeface="Helvetica Neue"/>
                <a:cs typeface="Helvetica Neue"/>
              </a:rPr>
              <a:t>Подбор</a:t>
            </a:r>
          </a:p>
        </p:txBody>
      </p:sp>
      <p:sp>
        <p:nvSpPr>
          <p:cNvPr id="21" name="">
            <a:extLst xmlns:a="http://schemas.openxmlformats.org/drawingml/2006/main">
              <a:ext uri="{FF2B5EF4-FFF2-40B4-BE49-F238E27FC236}">
                <a16:creationId xmlns:a16="http://schemas.microsoft.com/office/drawing/2014/main" id="{BC63A06C-B720-4A98-9187-87F49BE63F59}"/>
              </a:ext>
            </a:extLst>
          </p:cNvPr>
          <p:cNvSpPr>
            <a:spLocks xmlns:a="http://schemas.openxmlformats.org/drawingml/2006/main" noGrp="1"/>
          </p:cNvSpPr>
          <p:nvPr/>
        </p:nvSpPr>
        <p:spPr>
          <a:xfrm xmlns:a="http://schemas.openxmlformats.org/drawingml/2006/main">
            <a:off x="5810250" y="5505450"/>
            <a:ext cx="414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0">
                <a:solidFill>
                  <a:srgbClr val="607581"/>
                </a:solidFill>
                <a:latin typeface="Helvetica Neue"/>
                <a:ea typeface="Helvetica Neue"/>
                <a:cs typeface="Helvetica Neue"/>
              </a:defRPr>
            </a:defPPr>
            <a:lvl1pPr algn="l">
              <a:defRPr sz="1575" b="0">
                <a:solidFill>
                  <a:srgbClr val="607581"/>
                </a:solidFill>
                <a:latin typeface="Helvetica Neue"/>
                <a:ea typeface="Helvetica Neue"/>
                <a:cs typeface="Helvetica Neue"/>
              </a:defRPr>
            </a:lvl1pPr>
            <a:lvl2pPr algn="l">
              <a:defRPr sz="1575" b="0">
                <a:solidFill>
                  <a:srgbClr val="607581"/>
                </a:solidFill>
                <a:latin typeface="Helvetica Neue"/>
                <a:ea typeface="Helvetica Neue"/>
                <a:cs typeface="Helvetica Neue"/>
              </a:defRPr>
            </a:lvl2pPr>
            <a:lvl3pPr algn="l">
              <a:defRPr sz="1575" b="0">
                <a:solidFill>
                  <a:srgbClr val="607581"/>
                </a:solidFill>
                <a:latin typeface="Helvetica Neue"/>
                <a:ea typeface="Helvetica Neue"/>
                <a:cs typeface="Helvetica Neue"/>
              </a:defRPr>
            </a:lvl3pPr>
            <a:lvl4pPr algn="l">
              <a:defRPr sz="1575" b="0">
                <a:solidFill>
                  <a:srgbClr val="607581"/>
                </a:solidFill>
                <a:latin typeface="Helvetica Neue"/>
                <a:ea typeface="Helvetica Neue"/>
                <a:cs typeface="Helvetica Neue"/>
              </a:defRPr>
            </a:lvl4pPr>
            <a:lvl5pPr algn="l">
              <a:defRPr sz="1575" b="0">
                <a:solidFill>
                  <a:srgbClr val="607581"/>
                </a:solidFill>
                <a:latin typeface="Helvetica Neue"/>
                <a:ea typeface="Helvetica Neue"/>
                <a:cs typeface="Helvetica Neue"/>
              </a:defRPr>
            </a:lvl5pPr>
            <a:lvl6pPr algn="l">
              <a:defRPr sz="1575" b="0">
                <a:solidFill>
                  <a:srgbClr val="607581"/>
                </a:solidFill>
                <a:latin typeface="Helvetica Neue"/>
                <a:ea typeface="Helvetica Neue"/>
                <a:cs typeface="Helvetica Neue"/>
              </a:defRPr>
            </a:lvl6pPr>
            <a:lvl7pPr algn="l">
              <a:defRPr sz="1575" b="0">
                <a:solidFill>
                  <a:srgbClr val="607581"/>
                </a:solidFill>
                <a:latin typeface="Helvetica Neue"/>
                <a:ea typeface="Helvetica Neue"/>
                <a:cs typeface="Helvetica Neue"/>
              </a:defRPr>
            </a:lvl7pPr>
            <a:lvl8pPr algn="l">
              <a:defRPr sz="1575" b="0">
                <a:solidFill>
                  <a:srgbClr val="607581"/>
                </a:solidFill>
                <a:latin typeface="Helvetica Neue"/>
                <a:ea typeface="Helvetica Neue"/>
                <a:cs typeface="Helvetica Neue"/>
              </a:defRPr>
            </a:lvl8pPr>
            <a:lvl9pPr algn="l">
              <a:defRPr sz="1575" b="0">
                <a:solidFill>
                  <a:srgbClr val="607581"/>
                </a:solidFill>
                <a:latin typeface="Helvetica Neue"/>
                <a:ea typeface="Helvetica Neue"/>
                <a:cs typeface="Helvetica Neue"/>
              </a:defRPr>
            </a:lvl9pPr>
          </a:lstStyle>
          <a:p xmlns:a="http://schemas.openxmlformats.org/drawingml/2006/main">
            <a:pPr algn="l">
              <a:defRPr sz="1575" b="0">
                <a:solidFill>
                  <a:srgbClr val="607581"/>
                </a:solidFill>
                <a:latin typeface="Helvetica Neue"/>
                <a:ea typeface="Helvetica Neue"/>
                <a:cs typeface="Helvetica Neue"/>
              </a:defRPr>
            </a:pPr>
            <a:r>
              <a:rPr sz="1575" b="0">
                <a:solidFill>
                  <a:srgbClr val="607581"/>
                </a:solidFill>
                <a:latin typeface="Helvetica Neue"/>
                <a:ea typeface="Helvetica Neue"/>
                <a:cs typeface="Helvetica Neue"/>
              </a:rPr>
              <a:t>Уровень 1–3 и ротация заданий</a:t>
            </a:r>
          </a:p>
        </p:txBody>
      </p:sp>
      <p:cxnSp>
        <p:nvCxnSpPr>
          <p:cNvPr id="22" name="">
            <a:extLst xmlns:a="http://schemas.openxmlformats.org/drawingml/2006/main">
              <a:ext uri="{FF2B5EF4-FFF2-40B4-BE49-F238E27FC236}">
                <a16:creationId xmlns:a16="http://schemas.microsoft.com/office/drawing/2014/main" id="{51947D81-B733-43FD-957E-80ADDE45285C}"/>
              </a:ext>
            </a:extLst>
          </p:cNvPr>
          <p:cNvCxnSpPr/>
          <p:nvPr/>
        </p:nvCxnSpPr>
        <p:spPr>
          <a:xfrm xmlns:a="http://schemas.openxmlformats.org/drawingml/2006/main">
            <a:off x="10515600" y="4371975"/>
            <a:ext cx="581025" cy="0"/>
          </a:xfrm>
          <a:prstGeom xmlns:a="http://schemas.openxmlformats.org/drawingml/2006/main" prst="straightConnector1">
            <a:avLst/>
          </a:prstGeom>
          <a:ln xmlns:a="http://schemas.openxmlformats.org/drawingml/2006/main" w="23813">
            <a:solidFill>
              <a:srgbClr val="8CD2B6"/>
            </a:solidFill>
            <a:tailEnd type="arrow" w="med" len="med"/>
          </a:ln>
        </p:spPr>
      </p:cxnSp>
      <p:sp>
        <p:nvSpPr>
          <p:cNvPr id="23" name="">
            <a:extLst xmlns:a="http://schemas.openxmlformats.org/drawingml/2006/main">
              <a:ext uri="{FF2B5EF4-FFF2-40B4-BE49-F238E27FC236}">
                <a16:creationId xmlns:a16="http://schemas.microsoft.com/office/drawing/2014/main" id="{FBF66E5D-AFE2-47C4-A894-D4A80E0E3E75}"/>
              </a:ext>
            </a:extLst>
          </p:cNvPr>
          <p:cNvSpPr>
            <a:spLocks xmlns:a="http://schemas.openxmlformats.org/drawingml/2006/main" noGrp="1"/>
          </p:cNvSpPr>
          <p:nvPr/>
        </p:nvSpPr>
        <p:spPr>
          <a:xfrm xmlns:a="http://schemas.openxmlformats.org/drawingml/2006/main">
            <a:off x="11334750" y="3086100"/>
            <a:ext cx="3295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1">
                <a:solidFill>
                  <a:srgbClr val="8CD2B6"/>
                </a:solidFill>
                <a:latin typeface="Helvetica Neue"/>
                <a:ea typeface="Helvetica Neue"/>
                <a:cs typeface="Helvetica Neue"/>
              </a:defRPr>
            </a:defPPr>
            <a:lvl1pPr algn="l">
              <a:defRPr sz="1350" b="1">
                <a:solidFill>
                  <a:srgbClr val="8CD2B6"/>
                </a:solidFill>
                <a:latin typeface="Helvetica Neue"/>
                <a:ea typeface="Helvetica Neue"/>
                <a:cs typeface="Helvetica Neue"/>
              </a:defRPr>
            </a:lvl1pPr>
            <a:lvl2pPr algn="l">
              <a:defRPr sz="1350" b="1">
                <a:solidFill>
                  <a:srgbClr val="8CD2B6"/>
                </a:solidFill>
                <a:latin typeface="Helvetica Neue"/>
                <a:ea typeface="Helvetica Neue"/>
                <a:cs typeface="Helvetica Neue"/>
              </a:defRPr>
            </a:lvl2pPr>
            <a:lvl3pPr algn="l">
              <a:defRPr sz="1350" b="1">
                <a:solidFill>
                  <a:srgbClr val="8CD2B6"/>
                </a:solidFill>
                <a:latin typeface="Helvetica Neue"/>
                <a:ea typeface="Helvetica Neue"/>
                <a:cs typeface="Helvetica Neue"/>
              </a:defRPr>
            </a:lvl3pPr>
            <a:lvl4pPr algn="l">
              <a:defRPr sz="1350" b="1">
                <a:solidFill>
                  <a:srgbClr val="8CD2B6"/>
                </a:solidFill>
                <a:latin typeface="Helvetica Neue"/>
                <a:ea typeface="Helvetica Neue"/>
                <a:cs typeface="Helvetica Neue"/>
              </a:defRPr>
            </a:lvl4pPr>
            <a:lvl5pPr algn="l">
              <a:defRPr sz="1350" b="1">
                <a:solidFill>
                  <a:srgbClr val="8CD2B6"/>
                </a:solidFill>
                <a:latin typeface="Helvetica Neue"/>
                <a:ea typeface="Helvetica Neue"/>
                <a:cs typeface="Helvetica Neue"/>
              </a:defRPr>
            </a:lvl5pPr>
            <a:lvl6pPr algn="l">
              <a:defRPr sz="1350" b="1">
                <a:solidFill>
                  <a:srgbClr val="8CD2B6"/>
                </a:solidFill>
                <a:latin typeface="Helvetica Neue"/>
                <a:ea typeface="Helvetica Neue"/>
                <a:cs typeface="Helvetica Neue"/>
              </a:defRPr>
            </a:lvl6pPr>
            <a:lvl7pPr algn="l">
              <a:defRPr sz="1350" b="1">
                <a:solidFill>
                  <a:srgbClr val="8CD2B6"/>
                </a:solidFill>
                <a:latin typeface="Helvetica Neue"/>
                <a:ea typeface="Helvetica Neue"/>
                <a:cs typeface="Helvetica Neue"/>
              </a:defRPr>
            </a:lvl7pPr>
            <a:lvl8pPr algn="l">
              <a:defRPr sz="1350" b="1">
                <a:solidFill>
                  <a:srgbClr val="8CD2B6"/>
                </a:solidFill>
                <a:latin typeface="Helvetica Neue"/>
                <a:ea typeface="Helvetica Neue"/>
                <a:cs typeface="Helvetica Neue"/>
              </a:defRPr>
            </a:lvl8pPr>
            <a:lvl9pPr algn="l">
              <a:defRPr sz="1350" b="1">
                <a:solidFill>
                  <a:srgbClr val="8CD2B6"/>
                </a:solidFill>
                <a:latin typeface="Helvetica Neue"/>
                <a:ea typeface="Helvetica Neue"/>
                <a:cs typeface="Helvetica Neue"/>
              </a:defRPr>
            </a:lvl9pPr>
          </a:lstStyle>
          <a:p xmlns:a="http://schemas.openxmlformats.org/drawingml/2006/main">
            <a:pPr algn="l">
              <a:defRPr sz="1350" b="1">
                <a:solidFill>
                  <a:srgbClr val="8CD2B6"/>
                </a:solidFill>
                <a:latin typeface="Helvetica Neue"/>
                <a:ea typeface="Helvetica Neue"/>
                <a:cs typeface="Helvetica Neue"/>
              </a:defRPr>
            </a:pPr>
            <a:r>
              <a:rPr sz="1350" b="1">
                <a:solidFill>
                  <a:srgbClr val="8CD2B6"/>
                </a:solidFill>
                <a:latin typeface="Helvetica Neue"/>
                <a:ea typeface="Helvetica Neue"/>
                <a:cs typeface="Helvetica Neue"/>
              </a:rPr>
              <a:t>РЕЗУЛЬТАТ</a:t>
            </a:r>
          </a:p>
        </p:txBody>
      </p:sp>
      <p:sp>
        <p:nvSpPr>
          <p:cNvPr id="24" name="">
            <a:extLst xmlns:a="http://schemas.openxmlformats.org/drawingml/2006/main">
              <a:ext uri="{FF2B5EF4-FFF2-40B4-BE49-F238E27FC236}">
                <a16:creationId xmlns:a16="http://schemas.microsoft.com/office/drawing/2014/main" id="{0416B7E3-59F1-44DD-94F2-F4B815FF7679}"/>
              </a:ext>
            </a:extLst>
          </p:cNvPr>
          <p:cNvSpPr>
            <a:spLocks xmlns:a="http://schemas.openxmlformats.org/drawingml/2006/main" noGrp="1"/>
          </p:cNvSpPr>
          <p:nvPr/>
        </p:nvSpPr>
        <p:spPr>
          <a:xfrm xmlns:a="http://schemas.openxmlformats.org/drawingml/2006/main">
            <a:off x="11334750" y="3600450"/>
            <a:ext cx="3295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1">
                <a:solidFill>
                  <a:srgbClr val="FFFFFF"/>
                </a:solidFill>
                <a:latin typeface="Helvetica Neue"/>
                <a:ea typeface="Helvetica Neue"/>
                <a:cs typeface="Helvetica Neue"/>
              </a:defRPr>
            </a:defPPr>
            <a:lvl1pPr algn="l">
              <a:defRPr sz="2550" b="1">
                <a:solidFill>
                  <a:srgbClr val="FFFFFF"/>
                </a:solidFill>
                <a:latin typeface="Helvetica Neue"/>
                <a:ea typeface="Helvetica Neue"/>
                <a:cs typeface="Helvetica Neue"/>
              </a:defRPr>
            </a:lvl1pPr>
            <a:lvl2pPr algn="l">
              <a:defRPr sz="2550" b="1">
                <a:solidFill>
                  <a:srgbClr val="FFFFFF"/>
                </a:solidFill>
                <a:latin typeface="Helvetica Neue"/>
                <a:ea typeface="Helvetica Neue"/>
                <a:cs typeface="Helvetica Neue"/>
              </a:defRPr>
            </a:lvl2pPr>
            <a:lvl3pPr algn="l">
              <a:defRPr sz="2550" b="1">
                <a:solidFill>
                  <a:srgbClr val="FFFFFF"/>
                </a:solidFill>
                <a:latin typeface="Helvetica Neue"/>
                <a:ea typeface="Helvetica Neue"/>
                <a:cs typeface="Helvetica Neue"/>
              </a:defRPr>
            </a:lvl3pPr>
            <a:lvl4pPr algn="l">
              <a:defRPr sz="2550" b="1">
                <a:solidFill>
                  <a:srgbClr val="FFFFFF"/>
                </a:solidFill>
                <a:latin typeface="Helvetica Neue"/>
                <a:ea typeface="Helvetica Neue"/>
                <a:cs typeface="Helvetica Neue"/>
              </a:defRPr>
            </a:lvl4pPr>
            <a:lvl5pPr algn="l">
              <a:defRPr sz="2550" b="1">
                <a:solidFill>
                  <a:srgbClr val="FFFFFF"/>
                </a:solidFill>
                <a:latin typeface="Helvetica Neue"/>
                <a:ea typeface="Helvetica Neue"/>
                <a:cs typeface="Helvetica Neue"/>
              </a:defRPr>
            </a:lvl5pPr>
            <a:lvl6pPr algn="l">
              <a:defRPr sz="2550" b="1">
                <a:solidFill>
                  <a:srgbClr val="FFFFFF"/>
                </a:solidFill>
                <a:latin typeface="Helvetica Neue"/>
                <a:ea typeface="Helvetica Neue"/>
                <a:cs typeface="Helvetica Neue"/>
              </a:defRPr>
            </a:lvl6pPr>
            <a:lvl7pPr algn="l">
              <a:defRPr sz="2550" b="1">
                <a:solidFill>
                  <a:srgbClr val="FFFFFF"/>
                </a:solidFill>
                <a:latin typeface="Helvetica Neue"/>
                <a:ea typeface="Helvetica Neue"/>
                <a:cs typeface="Helvetica Neue"/>
              </a:defRPr>
            </a:lvl7pPr>
            <a:lvl8pPr algn="l">
              <a:defRPr sz="2550" b="1">
                <a:solidFill>
                  <a:srgbClr val="FFFFFF"/>
                </a:solidFill>
                <a:latin typeface="Helvetica Neue"/>
                <a:ea typeface="Helvetica Neue"/>
                <a:cs typeface="Helvetica Neue"/>
              </a:defRPr>
            </a:lvl8pPr>
            <a:lvl9pPr algn="l">
              <a:defRPr sz="2550" b="1">
                <a:solidFill>
                  <a:srgbClr val="FFFFFF"/>
                </a:solidFill>
                <a:latin typeface="Helvetica Neue"/>
                <a:ea typeface="Helvetica Neue"/>
                <a:cs typeface="Helvetica Neue"/>
              </a:defRPr>
            </a:lvl9pPr>
          </a:lstStyle>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План, который</a:t>
            </a:r>
          </a:p>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можно объяснить</a:t>
            </a:r>
          </a:p>
        </p:txBody>
      </p:sp>
      <p:sp>
        <p:nvSpPr>
          <p:cNvPr id="25" name="">
            <a:extLst xmlns:a="http://schemas.openxmlformats.org/drawingml/2006/main">
              <a:ext uri="{FF2B5EF4-FFF2-40B4-BE49-F238E27FC236}">
                <a16:creationId xmlns:a16="http://schemas.microsoft.com/office/drawing/2014/main" id="{F117A736-C7F1-42B2-8437-39C77C525D38}"/>
              </a:ext>
            </a:extLst>
          </p:cNvPr>
          <p:cNvSpPr>
            <a:spLocks xmlns:a="http://schemas.openxmlformats.org/drawingml/2006/main" noGrp="1"/>
          </p:cNvSpPr>
          <p:nvPr/>
        </p:nvSpPr>
        <p:spPr>
          <a:xfrm xmlns:a="http://schemas.openxmlformats.org/drawingml/2006/main">
            <a:off x="11334750" y="4695825"/>
            <a:ext cx="32956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BED0DA"/>
                </a:solidFill>
                <a:latin typeface="Helvetica Neue"/>
                <a:ea typeface="Helvetica Neue"/>
                <a:cs typeface="Helvetica Neue"/>
              </a:defRPr>
            </a:defPPr>
            <a:lvl1pPr algn="l">
              <a:defRPr sz="1725" b="0">
                <a:solidFill>
                  <a:srgbClr val="BED0DA"/>
                </a:solidFill>
                <a:latin typeface="Helvetica Neue"/>
                <a:ea typeface="Helvetica Neue"/>
                <a:cs typeface="Helvetica Neue"/>
              </a:defRPr>
            </a:lvl1pPr>
            <a:lvl2pPr algn="l">
              <a:defRPr sz="1725" b="0">
                <a:solidFill>
                  <a:srgbClr val="BED0DA"/>
                </a:solidFill>
                <a:latin typeface="Helvetica Neue"/>
                <a:ea typeface="Helvetica Neue"/>
                <a:cs typeface="Helvetica Neue"/>
              </a:defRPr>
            </a:lvl2pPr>
            <a:lvl3pPr algn="l">
              <a:defRPr sz="1725" b="0">
                <a:solidFill>
                  <a:srgbClr val="BED0DA"/>
                </a:solidFill>
                <a:latin typeface="Helvetica Neue"/>
                <a:ea typeface="Helvetica Neue"/>
                <a:cs typeface="Helvetica Neue"/>
              </a:defRPr>
            </a:lvl3pPr>
            <a:lvl4pPr algn="l">
              <a:defRPr sz="1725" b="0">
                <a:solidFill>
                  <a:srgbClr val="BED0DA"/>
                </a:solidFill>
                <a:latin typeface="Helvetica Neue"/>
                <a:ea typeface="Helvetica Neue"/>
                <a:cs typeface="Helvetica Neue"/>
              </a:defRPr>
            </a:lvl4pPr>
            <a:lvl5pPr algn="l">
              <a:defRPr sz="1725" b="0">
                <a:solidFill>
                  <a:srgbClr val="BED0DA"/>
                </a:solidFill>
                <a:latin typeface="Helvetica Neue"/>
                <a:ea typeface="Helvetica Neue"/>
                <a:cs typeface="Helvetica Neue"/>
              </a:defRPr>
            </a:lvl5pPr>
            <a:lvl6pPr algn="l">
              <a:defRPr sz="1725" b="0">
                <a:solidFill>
                  <a:srgbClr val="BED0DA"/>
                </a:solidFill>
                <a:latin typeface="Helvetica Neue"/>
                <a:ea typeface="Helvetica Neue"/>
                <a:cs typeface="Helvetica Neue"/>
              </a:defRPr>
            </a:lvl6pPr>
            <a:lvl7pPr algn="l">
              <a:defRPr sz="1725" b="0">
                <a:solidFill>
                  <a:srgbClr val="BED0DA"/>
                </a:solidFill>
                <a:latin typeface="Helvetica Neue"/>
                <a:ea typeface="Helvetica Neue"/>
                <a:cs typeface="Helvetica Neue"/>
              </a:defRPr>
            </a:lvl7pPr>
            <a:lvl8pPr algn="l">
              <a:defRPr sz="1725" b="0">
                <a:solidFill>
                  <a:srgbClr val="BED0DA"/>
                </a:solidFill>
                <a:latin typeface="Helvetica Neue"/>
                <a:ea typeface="Helvetica Neue"/>
                <a:cs typeface="Helvetica Neue"/>
              </a:defRPr>
            </a:lvl8pPr>
            <a:lvl9pPr algn="l">
              <a:defRPr sz="1725" b="0">
                <a:solidFill>
                  <a:srgbClr val="BED0DA"/>
                </a:solidFill>
                <a:latin typeface="Helvetica Neue"/>
                <a:ea typeface="Helvetica Neue"/>
                <a:cs typeface="Helvetica Neue"/>
              </a:defRPr>
            </a:lvl9pPr>
          </a:lstStyle>
          <a:p xmlns:a="http://schemas.openxmlformats.org/drawingml/2006/main">
            <a:pPr algn="l">
              <a:defRPr sz="1725" b="0">
                <a:solidFill>
                  <a:srgbClr val="BED0DA"/>
                </a:solidFill>
                <a:latin typeface="Helvetica Neue"/>
                <a:ea typeface="Helvetica Neue"/>
                <a:cs typeface="Helvetica Neue"/>
              </a:defRPr>
            </a:pPr>
            <a:r>
              <a:rPr sz="1725" b="0">
                <a:solidFill>
                  <a:srgbClr val="BED0DA"/>
                </a:solidFill>
                <a:latin typeface="Helvetica Neue"/>
                <a:ea typeface="Helvetica Neue"/>
                <a:cs typeface="Helvetica Neue"/>
              </a:rPr>
              <a:t>Подходящие задания</a:t>
            </a:r>
          </a:p>
          <a:p xmlns:a="http://schemas.openxmlformats.org/drawingml/2006/main">
            <a:pPr algn="l">
              <a:defRPr sz="1725" b="0">
                <a:solidFill>
                  <a:srgbClr val="BED0DA"/>
                </a:solidFill>
                <a:latin typeface="Helvetica Neue"/>
                <a:ea typeface="Helvetica Neue"/>
                <a:cs typeface="Helvetica Neue"/>
              </a:defRPr>
            </a:pPr>
            <a:r>
              <a:rPr sz="1725" b="0">
                <a:solidFill>
                  <a:srgbClr val="BED0DA"/>
                </a:solidFill>
                <a:latin typeface="Helvetica Neue"/>
                <a:ea typeface="Helvetica Neue"/>
                <a:cs typeface="Helvetica Neue"/>
              </a:rPr>
              <a:t>Параметры сложности</a:t>
            </a:r>
          </a:p>
          <a:p xmlns:a="http://schemas.openxmlformats.org/drawingml/2006/main">
            <a:pPr algn="l">
              <a:defRPr sz="1725" b="0">
                <a:solidFill>
                  <a:srgbClr val="BED0DA"/>
                </a:solidFill>
                <a:latin typeface="Helvetica Neue"/>
                <a:ea typeface="Helvetica Neue"/>
                <a:cs typeface="Helvetica Neue"/>
              </a:defRPr>
            </a:pPr>
            <a:r>
              <a:rPr sz="1725" b="0">
                <a:solidFill>
                  <a:srgbClr val="BED0DA"/>
                </a:solidFill>
                <a:latin typeface="Helvetica Neue"/>
                <a:ea typeface="Helvetica Neue"/>
                <a:cs typeface="Helvetica Neue"/>
              </a:rPr>
              <a:t>Причины выбора для родителя</a:t>
            </a:r>
          </a:p>
        </p:txBody>
      </p:sp>
      <p:cxnSp>
        <p:nvCxnSpPr>
          <p:cNvPr id="26" name="">
            <a:extLst xmlns:a="http://schemas.openxmlformats.org/drawingml/2006/main">
              <a:ext uri="{FF2B5EF4-FFF2-40B4-BE49-F238E27FC236}">
                <a16:creationId xmlns:a16="http://schemas.microsoft.com/office/drawing/2014/main" id="{3C10A56E-4E75-4FFF-AA36-378800D090AF}"/>
              </a:ext>
            </a:extLst>
          </p:cNvPr>
          <p:cNvCxnSpPr/>
          <p:nvPr/>
        </p:nvCxnSpPr>
        <p:spPr>
          <a:xfrm xmlns:a="http://schemas.openxmlformats.org/drawingml/2006/main">
            <a:off x="12982575" y="6124575"/>
            <a:ext cx="0" cy="428625"/>
          </a:xfrm>
          <a:prstGeom xmlns:a="http://schemas.openxmlformats.org/drawingml/2006/main" prst="straightConnector1">
            <a:avLst/>
          </a:prstGeom>
          <a:ln xmlns:a="http://schemas.openxmlformats.org/drawingml/2006/main" w="19050">
            <a:solidFill>
              <a:srgbClr val="8CD2B6"/>
            </a:solidFill>
          </a:ln>
        </p:spPr>
      </p:cxnSp>
      <p:cxnSp>
        <p:nvCxnSpPr>
          <p:cNvPr id="27" name="">
            <a:extLst xmlns:a="http://schemas.openxmlformats.org/drawingml/2006/main">
              <a:ext uri="{FF2B5EF4-FFF2-40B4-BE49-F238E27FC236}">
                <a16:creationId xmlns:a16="http://schemas.microsoft.com/office/drawing/2014/main" id="{5AC6D0F5-1273-41FD-859D-FB0FE57A5657}"/>
              </a:ext>
            </a:extLst>
          </p:cNvPr>
          <p:cNvCxnSpPr/>
          <p:nvPr/>
        </p:nvCxnSpPr>
        <p:spPr>
          <a:xfrm xmlns:a="http://schemas.openxmlformats.org/drawingml/2006/main">
            <a:off x="2362200" y="6553200"/>
            <a:ext cx="10620375" cy="0"/>
          </a:xfrm>
          <a:prstGeom xmlns:a="http://schemas.openxmlformats.org/drawingml/2006/main" prst="straightConnector1">
            <a:avLst/>
          </a:prstGeom>
          <a:ln xmlns:a="http://schemas.openxmlformats.org/drawingml/2006/main" w="19050">
            <a:solidFill>
              <a:srgbClr val="8CD2B6"/>
            </a:solidFill>
            <a:headEnd type="arrow" w="med" len="med"/>
          </a:ln>
        </p:spPr>
      </p:cxnSp>
      <p:cxnSp>
        <p:nvCxnSpPr>
          <p:cNvPr id="28" name="">
            <a:extLst xmlns:a="http://schemas.openxmlformats.org/drawingml/2006/main">
              <a:ext uri="{FF2B5EF4-FFF2-40B4-BE49-F238E27FC236}">
                <a16:creationId xmlns:a16="http://schemas.microsoft.com/office/drawing/2014/main" id="{6EFB6086-B58C-496D-B1D8-57CDE0A785B1}"/>
              </a:ext>
            </a:extLst>
          </p:cNvPr>
          <p:cNvCxnSpPr/>
          <p:nvPr/>
        </p:nvCxnSpPr>
        <p:spPr>
          <a:xfrm xmlns:a="http://schemas.openxmlformats.org/drawingml/2006/main">
            <a:off x="2362200" y="6124575"/>
            <a:ext cx="0" cy="428625"/>
          </a:xfrm>
          <a:prstGeom xmlns:a="http://schemas.openxmlformats.org/drawingml/2006/main" prst="straightConnector1">
            <a:avLst/>
          </a:prstGeom>
          <a:ln xmlns:a="http://schemas.openxmlformats.org/drawingml/2006/main" w="19050">
            <a:solidFill>
              <a:srgbClr val="8CD2B6"/>
            </a:solidFill>
            <a:headEnd type="arrow" w="med" len="med"/>
          </a:ln>
        </p:spPr>
      </p:cxnSp>
      <p:sp>
        <p:nvSpPr>
          <p:cNvPr id="29" name="">
            <a:extLst xmlns:a="http://schemas.openxmlformats.org/drawingml/2006/main">
              <a:ext uri="{FF2B5EF4-FFF2-40B4-BE49-F238E27FC236}">
                <a16:creationId xmlns:a16="http://schemas.microsoft.com/office/drawing/2014/main" id="{95D9E018-0E1B-40FD-A744-469081D6ABCF}"/>
              </a:ext>
            </a:extLst>
          </p:cNvPr>
          <p:cNvSpPr>
            <a:spLocks xmlns:a="http://schemas.openxmlformats.org/drawingml/2006/main" noGrp="1"/>
          </p:cNvSpPr>
          <p:nvPr/>
        </p:nvSpPr>
        <p:spPr>
          <a:xfrm xmlns:a="http://schemas.openxmlformats.org/drawingml/2006/main">
            <a:off x="3810000" y="6705600"/>
            <a:ext cx="895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725" b="1">
                <a:solidFill>
                  <a:srgbClr val="8CD2B6"/>
                </a:solidFill>
                <a:latin typeface="Helvetica Neue"/>
                <a:ea typeface="Helvetica Neue"/>
                <a:cs typeface="Helvetica Neue"/>
              </a:defRPr>
            </a:defPPr>
            <a:lvl1pPr algn="ctr">
              <a:defRPr sz="1725" b="1">
                <a:solidFill>
                  <a:srgbClr val="8CD2B6"/>
                </a:solidFill>
                <a:latin typeface="Helvetica Neue"/>
                <a:ea typeface="Helvetica Neue"/>
                <a:cs typeface="Helvetica Neue"/>
              </a:defRPr>
            </a:lvl1pPr>
            <a:lvl2pPr algn="ctr">
              <a:defRPr sz="1725" b="1">
                <a:solidFill>
                  <a:srgbClr val="8CD2B6"/>
                </a:solidFill>
                <a:latin typeface="Helvetica Neue"/>
                <a:ea typeface="Helvetica Neue"/>
                <a:cs typeface="Helvetica Neue"/>
              </a:defRPr>
            </a:lvl2pPr>
            <a:lvl3pPr algn="ctr">
              <a:defRPr sz="1725" b="1">
                <a:solidFill>
                  <a:srgbClr val="8CD2B6"/>
                </a:solidFill>
                <a:latin typeface="Helvetica Neue"/>
                <a:ea typeface="Helvetica Neue"/>
                <a:cs typeface="Helvetica Neue"/>
              </a:defRPr>
            </a:lvl3pPr>
            <a:lvl4pPr algn="ctr">
              <a:defRPr sz="1725" b="1">
                <a:solidFill>
                  <a:srgbClr val="8CD2B6"/>
                </a:solidFill>
                <a:latin typeface="Helvetica Neue"/>
                <a:ea typeface="Helvetica Neue"/>
                <a:cs typeface="Helvetica Neue"/>
              </a:defRPr>
            </a:lvl4pPr>
            <a:lvl5pPr algn="ctr">
              <a:defRPr sz="1725" b="1">
                <a:solidFill>
                  <a:srgbClr val="8CD2B6"/>
                </a:solidFill>
                <a:latin typeface="Helvetica Neue"/>
                <a:ea typeface="Helvetica Neue"/>
                <a:cs typeface="Helvetica Neue"/>
              </a:defRPr>
            </a:lvl5pPr>
            <a:lvl6pPr algn="ctr">
              <a:defRPr sz="1725" b="1">
                <a:solidFill>
                  <a:srgbClr val="8CD2B6"/>
                </a:solidFill>
                <a:latin typeface="Helvetica Neue"/>
                <a:ea typeface="Helvetica Neue"/>
                <a:cs typeface="Helvetica Neue"/>
              </a:defRPr>
            </a:lvl6pPr>
            <a:lvl7pPr algn="ctr">
              <a:defRPr sz="1725" b="1">
                <a:solidFill>
                  <a:srgbClr val="8CD2B6"/>
                </a:solidFill>
                <a:latin typeface="Helvetica Neue"/>
                <a:ea typeface="Helvetica Neue"/>
                <a:cs typeface="Helvetica Neue"/>
              </a:defRPr>
            </a:lvl7pPr>
            <a:lvl8pPr algn="ctr">
              <a:defRPr sz="1725" b="1">
                <a:solidFill>
                  <a:srgbClr val="8CD2B6"/>
                </a:solidFill>
                <a:latin typeface="Helvetica Neue"/>
                <a:ea typeface="Helvetica Neue"/>
                <a:cs typeface="Helvetica Neue"/>
              </a:defRPr>
            </a:lvl8pPr>
            <a:lvl9pPr algn="ctr">
              <a:defRPr sz="1725" b="1">
                <a:solidFill>
                  <a:srgbClr val="8CD2B6"/>
                </a:solidFill>
                <a:latin typeface="Helvetica Neue"/>
                <a:ea typeface="Helvetica Neue"/>
                <a:cs typeface="Helvetica Neue"/>
              </a:defRPr>
            </a:lvl9pPr>
          </a:lstStyle>
          <a:p xmlns:a="http://schemas.openxmlformats.org/drawingml/2006/main">
            <a:pPr algn="ctr">
              <a:defRPr sz="1725" b="1">
                <a:solidFill>
                  <a:srgbClr val="8CD2B6"/>
                </a:solidFill>
                <a:latin typeface="Helvetica Neue"/>
                <a:ea typeface="Helvetica Neue"/>
                <a:cs typeface="Helvetica Neue"/>
              </a:defRPr>
            </a:pPr>
            <a:r>
              <a:rPr sz="1725" b="1">
                <a:solidFill>
                  <a:srgbClr val="8CD2B6"/>
                </a:solidFill>
                <a:latin typeface="Helvetica Neue"/>
                <a:ea typeface="Helvetica Neue"/>
                <a:cs typeface="Helvetica Neue"/>
              </a:rPr>
              <a:t>Новые ответы учитываются при подготовке следующего плана</a:t>
            </a:r>
          </a:p>
        </p:txBody>
      </p:sp>
      <p:sp>
        <p:nvSpPr>
          <p:cNvPr id="30" name="">
            <a:extLst xmlns:a="http://schemas.openxmlformats.org/drawingml/2006/main">
              <a:ext uri="{FF2B5EF4-FFF2-40B4-BE49-F238E27FC236}">
                <a16:creationId xmlns:a16="http://schemas.microsoft.com/office/drawing/2014/main" id="{5CE22E3E-CEBE-4D29-9FB6-94DEEE32BD9E}"/>
              </a:ext>
            </a:extLst>
          </p:cNvPr>
          <p:cNvSpPr>
            <a:spLocks xmlns:a="http://schemas.openxmlformats.org/drawingml/2006/main" noGrp="1"/>
          </p:cNvSpPr>
          <p:nvPr/>
        </p:nvSpPr>
        <p:spPr>
          <a:xfrm xmlns:a="http://schemas.openxmlformats.org/drawingml/2006/main">
            <a:off x="609600" y="747712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1">
                <a:solidFill>
                  <a:srgbClr val="FFFFFF"/>
                </a:solidFill>
                <a:latin typeface="Helvetica Neue"/>
                <a:ea typeface="Helvetica Neue"/>
                <a:cs typeface="Helvetica Neue"/>
              </a:defRPr>
            </a:defPPr>
            <a:lvl1pPr algn="l">
              <a:defRPr sz="1950" b="1">
                <a:solidFill>
                  <a:srgbClr val="FFFFFF"/>
                </a:solidFill>
                <a:latin typeface="Helvetica Neue"/>
                <a:ea typeface="Helvetica Neue"/>
                <a:cs typeface="Helvetica Neue"/>
              </a:defRPr>
            </a:lvl1pPr>
            <a:lvl2pPr algn="l">
              <a:defRPr sz="1950" b="1">
                <a:solidFill>
                  <a:srgbClr val="FFFFFF"/>
                </a:solidFill>
                <a:latin typeface="Helvetica Neue"/>
                <a:ea typeface="Helvetica Neue"/>
                <a:cs typeface="Helvetica Neue"/>
              </a:defRPr>
            </a:lvl2pPr>
            <a:lvl3pPr algn="l">
              <a:defRPr sz="1950" b="1">
                <a:solidFill>
                  <a:srgbClr val="FFFFFF"/>
                </a:solidFill>
                <a:latin typeface="Helvetica Neue"/>
                <a:ea typeface="Helvetica Neue"/>
                <a:cs typeface="Helvetica Neue"/>
              </a:defRPr>
            </a:lvl3pPr>
            <a:lvl4pPr algn="l">
              <a:defRPr sz="1950" b="1">
                <a:solidFill>
                  <a:srgbClr val="FFFFFF"/>
                </a:solidFill>
                <a:latin typeface="Helvetica Neue"/>
                <a:ea typeface="Helvetica Neue"/>
                <a:cs typeface="Helvetica Neue"/>
              </a:defRPr>
            </a:lvl4pPr>
            <a:lvl5pPr algn="l">
              <a:defRPr sz="1950" b="1">
                <a:solidFill>
                  <a:srgbClr val="FFFFFF"/>
                </a:solidFill>
                <a:latin typeface="Helvetica Neue"/>
                <a:ea typeface="Helvetica Neue"/>
                <a:cs typeface="Helvetica Neue"/>
              </a:defRPr>
            </a:lvl5pPr>
            <a:lvl6pPr algn="l">
              <a:defRPr sz="1950" b="1">
                <a:solidFill>
                  <a:srgbClr val="FFFFFF"/>
                </a:solidFill>
                <a:latin typeface="Helvetica Neue"/>
                <a:ea typeface="Helvetica Neue"/>
                <a:cs typeface="Helvetica Neue"/>
              </a:defRPr>
            </a:lvl6pPr>
            <a:lvl7pPr algn="l">
              <a:defRPr sz="1950" b="1">
                <a:solidFill>
                  <a:srgbClr val="FFFFFF"/>
                </a:solidFill>
                <a:latin typeface="Helvetica Neue"/>
                <a:ea typeface="Helvetica Neue"/>
                <a:cs typeface="Helvetica Neue"/>
              </a:defRPr>
            </a:lvl7pPr>
            <a:lvl8pPr algn="l">
              <a:defRPr sz="1950" b="1">
                <a:solidFill>
                  <a:srgbClr val="FFFFFF"/>
                </a:solidFill>
                <a:latin typeface="Helvetica Neue"/>
                <a:ea typeface="Helvetica Neue"/>
                <a:cs typeface="Helvetica Neue"/>
              </a:defRPr>
            </a:lvl8pPr>
            <a:lvl9pPr algn="l">
              <a:defRPr sz="1950" b="1">
                <a:solidFill>
                  <a:srgbClr val="FFFFFF"/>
                </a:solidFill>
                <a:latin typeface="Helvetica Neue"/>
                <a:ea typeface="Helvetica Neue"/>
                <a:cs typeface="Helvetica Neue"/>
              </a:defRPr>
            </a:lvl9pPr>
          </a:lstStyle>
          <a:p xmlns:a="http://schemas.openxmlformats.org/drawingml/2006/main">
            <a:pPr algn="l">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Помощник родителя</a:t>
            </a:r>
          </a:p>
        </p:txBody>
      </p:sp>
      <p:sp>
        <p:nvSpPr>
          <p:cNvPr id="31" name="">
            <a:extLst xmlns:a="http://schemas.openxmlformats.org/drawingml/2006/main">
              <a:ext uri="{FF2B5EF4-FFF2-40B4-BE49-F238E27FC236}">
                <a16:creationId xmlns:a16="http://schemas.microsoft.com/office/drawing/2014/main" id="{051DEC15-F278-4722-B375-A6108503F36F}"/>
              </a:ext>
            </a:extLst>
          </p:cNvPr>
          <p:cNvSpPr>
            <a:spLocks xmlns:a="http://schemas.openxmlformats.org/drawingml/2006/main" noGrp="1"/>
          </p:cNvSpPr>
          <p:nvPr/>
        </p:nvSpPr>
        <p:spPr>
          <a:xfrm xmlns:a="http://schemas.openxmlformats.org/drawingml/2006/main">
            <a:off x="4333875" y="74771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1">
                <a:solidFill>
                  <a:srgbClr val="FFFFFF"/>
                </a:solidFill>
                <a:latin typeface="Helvetica Neue"/>
                <a:ea typeface="Helvetica Neue"/>
                <a:cs typeface="Helvetica Neue"/>
              </a:defRPr>
            </a:defPPr>
            <a:lvl1pPr algn="l">
              <a:defRPr sz="1800" b="1">
                <a:solidFill>
                  <a:srgbClr val="FFFFFF"/>
                </a:solidFill>
                <a:latin typeface="Helvetica Neue"/>
                <a:ea typeface="Helvetica Neue"/>
                <a:cs typeface="Helvetica Neue"/>
              </a:defRPr>
            </a:lvl1pPr>
            <a:lvl2pPr algn="l">
              <a:defRPr sz="1800" b="1">
                <a:solidFill>
                  <a:srgbClr val="FFFFFF"/>
                </a:solidFill>
                <a:latin typeface="Helvetica Neue"/>
                <a:ea typeface="Helvetica Neue"/>
                <a:cs typeface="Helvetica Neue"/>
              </a:defRPr>
            </a:lvl2pPr>
            <a:lvl3pPr algn="l">
              <a:defRPr sz="1800" b="1">
                <a:solidFill>
                  <a:srgbClr val="FFFFFF"/>
                </a:solidFill>
                <a:latin typeface="Helvetica Neue"/>
                <a:ea typeface="Helvetica Neue"/>
                <a:cs typeface="Helvetica Neue"/>
              </a:defRPr>
            </a:lvl3pPr>
            <a:lvl4pPr algn="l">
              <a:defRPr sz="1800" b="1">
                <a:solidFill>
                  <a:srgbClr val="FFFFFF"/>
                </a:solidFill>
                <a:latin typeface="Helvetica Neue"/>
                <a:ea typeface="Helvetica Neue"/>
                <a:cs typeface="Helvetica Neue"/>
              </a:defRPr>
            </a:lvl4pPr>
            <a:lvl5pPr algn="l">
              <a:defRPr sz="1800" b="1">
                <a:solidFill>
                  <a:srgbClr val="FFFFFF"/>
                </a:solidFill>
                <a:latin typeface="Helvetica Neue"/>
                <a:ea typeface="Helvetica Neue"/>
                <a:cs typeface="Helvetica Neue"/>
              </a:defRPr>
            </a:lvl5pPr>
            <a:lvl6pPr algn="l">
              <a:defRPr sz="1800" b="1">
                <a:solidFill>
                  <a:srgbClr val="FFFFFF"/>
                </a:solidFill>
                <a:latin typeface="Helvetica Neue"/>
                <a:ea typeface="Helvetica Neue"/>
                <a:cs typeface="Helvetica Neue"/>
              </a:defRPr>
            </a:lvl6pPr>
            <a:lvl7pPr algn="l">
              <a:defRPr sz="1800" b="1">
                <a:solidFill>
                  <a:srgbClr val="FFFFFF"/>
                </a:solidFill>
                <a:latin typeface="Helvetica Neue"/>
                <a:ea typeface="Helvetica Neue"/>
                <a:cs typeface="Helvetica Neue"/>
              </a:defRPr>
            </a:lvl7pPr>
            <a:lvl8pPr algn="l">
              <a:defRPr sz="1800" b="1">
                <a:solidFill>
                  <a:srgbClr val="FFFFFF"/>
                </a:solidFill>
                <a:latin typeface="Helvetica Neue"/>
                <a:ea typeface="Helvetica Neue"/>
                <a:cs typeface="Helvetica Neue"/>
              </a:defRPr>
            </a:lvl8pPr>
            <a:lvl9pPr algn="l">
              <a:defRPr sz="1800" b="1">
                <a:solidFill>
                  <a:srgbClr val="FFFFFF"/>
                </a:solidFill>
                <a:latin typeface="Helvetica Neue"/>
                <a:ea typeface="Helvetica Neue"/>
                <a:cs typeface="Helvetica Neue"/>
              </a:defRPr>
            </a:lvl9pPr>
          </a:lstStyle>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Вопрос</a:t>
            </a:r>
          </a:p>
        </p:txBody>
      </p:sp>
      <p:cxnSp>
        <p:nvCxnSpPr>
          <p:cNvPr id="32" name="">
            <a:extLst xmlns:a="http://schemas.openxmlformats.org/drawingml/2006/main">
              <a:ext uri="{FF2B5EF4-FFF2-40B4-BE49-F238E27FC236}">
                <a16:creationId xmlns:a16="http://schemas.microsoft.com/office/drawing/2014/main" id="{0F768CB6-5A20-442D-AF8E-C7080C76F8ED}"/>
              </a:ext>
            </a:extLst>
          </p:cNvPr>
          <p:cNvCxnSpPr/>
          <p:nvPr/>
        </p:nvCxnSpPr>
        <p:spPr>
          <a:xfrm xmlns:a="http://schemas.openxmlformats.org/drawingml/2006/main">
            <a:off x="5486400" y="7629525"/>
            <a:ext cx="381000" cy="0"/>
          </a:xfrm>
          <a:prstGeom xmlns:a="http://schemas.openxmlformats.org/drawingml/2006/main" prst="straightConnector1">
            <a:avLst/>
          </a:prstGeom>
          <a:ln xmlns:a="http://schemas.openxmlformats.org/drawingml/2006/main" w="19050">
            <a:solidFill>
              <a:srgbClr val="BED0DA"/>
            </a:solidFill>
            <a:tailEnd type="arrow" w="med" len="med"/>
          </a:ln>
        </p:spPr>
      </p:cxnSp>
      <p:sp>
        <p:nvSpPr>
          <p:cNvPr id="33" name="">
            <a:extLst xmlns:a="http://schemas.openxmlformats.org/drawingml/2006/main">
              <a:ext uri="{FF2B5EF4-FFF2-40B4-BE49-F238E27FC236}">
                <a16:creationId xmlns:a16="http://schemas.microsoft.com/office/drawing/2014/main" id="{AE8E740C-B17B-4788-BC2B-A93E0081DF15}"/>
              </a:ext>
            </a:extLst>
          </p:cNvPr>
          <p:cNvSpPr>
            <a:spLocks xmlns:a="http://schemas.openxmlformats.org/drawingml/2006/main" noGrp="1"/>
          </p:cNvSpPr>
          <p:nvPr/>
        </p:nvSpPr>
        <p:spPr>
          <a:xfrm xmlns:a="http://schemas.openxmlformats.org/drawingml/2006/main">
            <a:off x="6143625" y="7477125"/>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0">
                <a:solidFill>
                  <a:srgbClr val="BED0DA"/>
                </a:solidFill>
                <a:latin typeface="Helvetica Neue"/>
                <a:ea typeface="Helvetica Neue"/>
                <a:cs typeface="Helvetica Neue"/>
              </a:defRPr>
            </a:defPPr>
            <a:lvl1pPr algn="l">
              <a:defRPr sz="1800" b="0">
                <a:solidFill>
                  <a:srgbClr val="BED0DA"/>
                </a:solidFill>
                <a:latin typeface="Helvetica Neue"/>
                <a:ea typeface="Helvetica Neue"/>
                <a:cs typeface="Helvetica Neue"/>
              </a:defRPr>
            </a:lvl1pPr>
            <a:lvl2pPr algn="l">
              <a:defRPr sz="1800" b="0">
                <a:solidFill>
                  <a:srgbClr val="BED0DA"/>
                </a:solidFill>
                <a:latin typeface="Helvetica Neue"/>
                <a:ea typeface="Helvetica Neue"/>
                <a:cs typeface="Helvetica Neue"/>
              </a:defRPr>
            </a:lvl2pPr>
            <a:lvl3pPr algn="l">
              <a:defRPr sz="1800" b="0">
                <a:solidFill>
                  <a:srgbClr val="BED0DA"/>
                </a:solidFill>
                <a:latin typeface="Helvetica Neue"/>
                <a:ea typeface="Helvetica Neue"/>
                <a:cs typeface="Helvetica Neue"/>
              </a:defRPr>
            </a:lvl3pPr>
            <a:lvl4pPr algn="l">
              <a:defRPr sz="1800" b="0">
                <a:solidFill>
                  <a:srgbClr val="BED0DA"/>
                </a:solidFill>
                <a:latin typeface="Helvetica Neue"/>
                <a:ea typeface="Helvetica Neue"/>
                <a:cs typeface="Helvetica Neue"/>
              </a:defRPr>
            </a:lvl4pPr>
            <a:lvl5pPr algn="l">
              <a:defRPr sz="1800" b="0">
                <a:solidFill>
                  <a:srgbClr val="BED0DA"/>
                </a:solidFill>
                <a:latin typeface="Helvetica Neue"/>
                <a:ea typeface="Helvetica Neue"/>
                <a:cs typeface="Helvetica Neue"/>
              </a:defRPr>
            </a:lvl5pPr>
            <a:lvl6pPr algn="l">
              <a:defRPr sz="1800" b="0">
                <a:solidFill>
                  <a:srgbClr val="BED0DA"/>
                </a:solidFill>
                <a:latin typeface="Helvetica Neue"/>
                <a:ea typeface="Helvetica Neue"/>
                <a:cs typeface="Helvetica Neue"/>
              </a:defRPr>
            </a:lvl6pPr>
            <a:lvl7pPr algn="l">
              <a:defRPr sz="1800" b="0">
                <a:solidFill>
                  <a:srgbClr val="BED0DA"/>
                </a:solidFill>
                <a:latin typeface="Helvetica Neue"/>
                <a:ea typeface="Helvetica Neue"/>
                <a:cs typeface="Helvetica Neue"/>
              </a:defRPr>
            </a:lvl7pPr>
            <a:lvl8pPr algn="l">
              <a:defRPr sz="1800" b="0">
                <a:solidFill>
                  <a:srgbClr val="BED0DA"/>
                </a:solidFill>
                <a:latin typeface="Helvetica Neue"/>
                <a:ea typeface="Helvetica Neue"/>
                <a:cs typeface="Helvetica Neue"/>
              </a:defRPr>
            </a:lvl8pPr>
            <a:lvl9pPr algn="l">
              <a:defRPr sz="1800" b="0">
                <a:solidFill>
                  <a:srgbClr val="BED0DA"/>
                </a:solidFill>
                <a:latin typeface="Helvetica Neue"/>
                <a:ea typeface="Helvetica Neue"/>
                <a:cs typeface="Helvetica Neue"/>
              </a:defRPr>
            </a:lvl9pPr>
          </a:lstStyle>
          <a:p xmlns:a="http://schemas.openxmlformats.org/drawingml/2006/main">
            <a:pPr algn="l">
              <a:defRPr sz="1800" b="0">
                <a:solidFill>
                  <a:srgbClr val="BED0DA"/>
                </a:solidFill>
                <a:latin typeface="Helvetica Neue"/>
                <a:ea typeface="Helvetica Neue"/>
                <a:cs typeface="Helvetica Neue"/>
              </a:defRPr>
            </a:pPr>
            <a:r>
              <a:rPr sz="1800" b="0">
                <a:solidFill>
                  <a:srgbClr val="BED0DA"/>
                </a:solidFill>
                <a:latin typeface="Helvetica Neue"/>
                <a:ea typeface="Helvetica Neue"/>
                <a:cs typeface="Helvetica Neue"/>
              </a:rPr>
              <a:t>Проверка темы</a:t>
            </a:r>
          </a:p>
        </p:txBody>
      </p:sp>
      <p:cxnSp>
        <p:nvCxnSpPr>
          <p:cNvPr id="34" name="">
            <a:extLst xmlns:a="http://schemas.openxmlformats.org/drawingml/2006/main">
              <a:ext uri="{FF2B5EF4-FFF2-40B4-BE49-F238E27FC236}">
                <a16:creationId xmlns:a16="http://schemas.microsoft.com/office/drawing/2014/main" id="{97848FA2-0828-4476-8277-006DF8DDC935}"/>
              </a:ext>
            </a:extLst>
          </p:cNvPr>
          <p:cNvCxnSpPr/>
          <p:nvPr/>
        </p:nvCxnSpPr>
        <p:spPr>
          <a:xfrm xmlns:a="http://schemas.openxmlformats.org/drawingml/2006/main">
            <a:off x="8210550" y="7629525"/>
            <a:ext cx="381000" cy="0"/>
          </a:xfrm>
          <a:prstGeom xmlns:a="http://schemas.openxmlformats.org/drawingml/2006/main" prst="straightConnector1">
            <a:avLst/>
          </a:prstGeom>
          <a:ln xmlns:a="http://schemas.openxmlformats.org/drawingml/2006/main" w="19050">
            <a:solidFill>
              <a:srgbClr val="BED0DA"/>
            </a:solidFill>
            <a:tailEnd type="arrow" w="med" len="med"/>
          </a:ln>
        </p:spPr>
      </p:cxnSp>
      <p:sp>
        <p:nvSpPr>
          <p:cNvPr id="35" name="">
            <a:extLst xmlns:a="http://schemas.openxmlformats.org/drawingml/2006/main">
              <a:ext uri="{FF2B5EF4-FFF2-40B4-BE49-F238E27FC236}">
                <a16:creationId xmlns:a16="http://schemas.microsoft.com/office/drawing/2014/main" id="{615E74BD-5D75-480F-9984-2CE412414108}"/>
              </a:ext>
            </a:extLst>
          </p:cNvPr>
          <p:cNvSpPr>
            <a:spLocks xmlns:a="http://schemas.openxmlformats.org/drawingml/2006/main" noGrp="1"/>
          </p:cNvSpPr>
          <p:nvPr/>
        </p:nvSpPr>
        <p:spPr>
          <a:xfrm xmlns:a="http://schemas.openxmlformats.org/drawingml/2006/main">
            <a:off x="8858250" y="7477125"/>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0">
                <a:solidFill>
                  <a:srgbClr val="BED0DA"/>
                </a:solidFill>
                <a:latin typeface="Helvetica Neue"/>
                <a:ea typeface="Helvetica Neue"/>
                <a:cs typeface="Helvetica Neue"/>
              </a:defRPr>
            </a:defPPr>
            <a:lvl1pPr algn="l">
              <a:defRPr sz="1800" b="0">
                <a:solidFill>
                  <a:srgbClr val="BED0DA"/>
                </a:solidFill>
                <a:latin typeface="Helvetica Neue"/>
                <a:ea typeface="Helvetica Neue"/>
                <a:cs typeface="Helvetica Neue"/>
              </a:defRPr>
            </a:lvl1pPr>
            <a:lvl2pPr algn="l">
              <a:defRPr sz="1800" b="0">
                <a:solidFill>
                  <a:srgbClr val="BED0DA"/>
                </a:solidFill>
                <a:latin typeface="Helvetica Neue"/>
                <a:ea typeface="Helvetica Neue"/>
                <a:cs typeface="Helvetica Neue"/>
              </a:defRPr>
            </a:lvl2pPr>
            <a:lvl3pPr algn="l">
              <a:defRPr sz="1800" b="0">
                <a:solidFill>
                  <a:srgbClr val="BED0DA"/>
                </a:solidFill>
                <a:latin typeface="Helvetica Neue"/>
                <a:ea typeface="Helvetica Neue"/>
                <a:cs typeface="Helvetica Neue"/>
              </a:defRPr>
            </a:lvl3pPr>
            <a:lvl4pPr algn="l">
              <a:defRPr sz="1800" b="0">
                <a:solidFill>
                  <a:srgbClr val="BED0DA"/>
                </a:solidFill>
                <a:latin typeface="Helvetica Neue"/>
                <a:ea typeface="Helvetica Neue"/>
                <a:cs typeface="Helvetica Neue"/>
              </a:defRPr>
            </a:lvl4pPr>
            <a:lvl5pPr algn="l">
              <a:defRPr sz="1800" b="0">
                <a:solidFill>
                  <a:srgbClr val="BED0DA"/>
                </a:solidFill>
                <a:latin typeface="Helvetica Neue"/>
                <a:ea typeface="Helvetica Neue"/>
                <a:cs typeface="Helvetica Neue"/>
              </a:defRPr>
            </a:lvl5pPr>
            <a:lvl6pPr algn="l">
              <a:defRPr sz="1800" b="0">
                <a:solidFill>
                  <a:srgbClr val="BED0DA"/>
                </a:solidFill>
                <a:latin typeface="Helvetica Neue"/>
                <a:ea typeface="Helvetica Neue"/>
                <a:cs typeface="Helvetica Neue"/>
              </a:defRPr>
            </a:lvl6pPr>
            <a:lvl7pPr algn="l">
              <a:defRPr sz="1800" b="0">
                <a:solidFill>
                  <a:srgbClr val="BED0DA"/>
                </a:solidFill>
                <a:latin typeface="Helvetica Neue"/>
                <a:ea typeface="Helvetica Neue"/>
                <a:cs typeface="Helvetica Neue"/>
              </a:defRPr>
            </a:lvl7pPr>
            <a:lvl8pPr algn="l">
              <a:defRPr sz="1800" b="0">
                <a:solidFill>
                  <a:srgbClr val="BED0DA"/>
                </a:solidFill>
                <a:latin typeface="Helvetica Neue"/>
                <a:ea typeface="Helvetica Neue"/>
                <a:cs typeface="Helvetica Neue"/>
              </a:defRPr>
            </a:lvl8pPr>
            <a:lvl9pPr algn="l">
              <a:defRPr sz="1800" b="0">
                <a:solidFill>
                  <a:srgbClr val="BED0DA"/>
                </a:solidFill>
                <a:latin typeface="Helvetica Neue"/>
                <a:ea typeface="Helvetica Neue"/>
                <a:cs typeface="Helvetica Neue"/>
              </a:defRPr>
            </a:lvl9pPr>
          </a:lstStyle>
          <a:p xmlns:a="http://schemas.openxmlformats.org/drawingml/2006/main">
            <a:pPr algn="l">
              <a:defRPr sz="1800" b="0">
                <a:solidFill>
                  <a:srgbClr val="BED0DA"/>
                </a:solidFill>
                <a:latin typeface="Helvetica Neue"/>
                <a:ea typeface="Helvetica Neue"/>
                <a:cs typeface="Helvetica Neue"/>
              </a:defRPr>
            </a:pPr>
            <a:r>
              <a:rPr sz="1800" b="0">
                <a:solidFill>
                  <a:srgbClr val="BED0DA"/>
                </a:solidFill>
                <a:latin typeface="Helvetica Neue"/>
                <a:ea typeface="Helvetica Neue"/>
                <a:cs typeface="Helvetica Neue"/>
              </a:rPr>
              <a:t>Готовая рекомендация</a:t>
            </a:r>
          </a:p>
        </p:txBody>
      </p:sp>
      <p:sp>
        <p:nvSpPr>
          <p:cNvPr id="36" name="">
            <a:extLst xmlns:a="http://schemas.openxmlformats.org/drawingml/2006/main">
              <a:ext uri="{FF2B5EF4-FFF2-40B4-BE49-F238E27FC236}">
                <a16:creationId xmlns:a16="http://schemas.microsoft.com/office/drawing/2014/main" id="{5C05A260-4D2D-4CB9-A0C8-E37D210E6ADF}"/>
              </a:ext>
            </a:extLst>
          </p:cNvPr>
          <p:cNvSpPr>
            <a:spLocks xmlns:a="http://schemas.openxmlformats.org/drawingml/2006/main" noGrp="1"/>
          </p:cNvSpPr>
          <p:nvPr/>
        </p:nvSpPr>
        <p:spPr>
          <a:xfrm xmlns:a="http://schemas.openxmlformats.org/drawingml/2006/main">
            <a:off x="4333875" y="79152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00" b="0">
                <a:solidFill>
                  <a:srgbClr val="BED0DA"/>
                </a:solidFill>
                <a:latin typeface="Helvetica Neue"/>
                <a:ea typeface="Helvetica Neue"/>
                <a:cs typeface="Helvetica Neue"/>
              </a:defRPr>
            </a:defPPr>
            <a:lvl1pPr algn="l">
              <a:defRPr sz="1500" b="0">
                <a:solidFill>
                  <a:srgbClr val="BED0DA"/>
                </a:solidFill>
                <a:latin typeface="Helvetica Neue"/>
                <a:ea typeface="Helvetica Neue"/>
                <a:cs typeface="Helvetica Neue"/>
              </a:defRPr>
            </a:lvl1pPr>
            <a:lvl2pPr algn="l">
              <a:defRPr sz="1500" b="0">
                <a:solidFill>
                  <a:srgbClr val="BED0DA"/>
                </a:solidFill>
                <a:latin typeface="Helvetica Neue"/>
                <a:ea typeface="Helvetica Neue"/>
                <a:cs typeface="Helvetica Neue"/>
              </a:defRPr>
            </a:lvl2pPr>
            <a:lvl3pPr algn="l">
              <a:defRPr sz="1500" b="0">
                <a:solidFill>
                  <a:srgbClr val="BED0DA"/>
                </a:solidFill>
                <a:latin typeface="Helvetica Neue"/>
                <a:ea typeface="Helvetica Neue"/>
                <a:cs typeface="Helvetica Neue"/>
              </a:defRPr>
            </a:lvl3pPr>
            <a:lvl4pPr algn="l">
              <a:defRPr sz="1500" b="0">
                <a:solidFill>
                  <a:srgbClr val="BED0DA"/>
                </a:solidFill>
                <a:latin typeface="Helvetica Neue"/>
                <a:ea typeface="Helvetica Neue"/>
                <a:cs typeface="Helvetica Neue"/>
              </a:defRPr>
            </a:lvl4pPr>
            <a:lvl5pPr algn="l">
              <a:defRPr sz="1500" b="0">
                <a:solidFill>
                  <a:srgbClr val="BED0DA"/>
                </a:solidFill>
                <a:latin typeface="Helvetica Neue"/>
                <a:ea typeface="Helvetica Neue"/>
                <a:cs typeface="Helvetica Neue"/>
              </a:defRPr>
            </a:lvl5pPr>
            <a:lvl6pPr algn="l">
              <a:defRPr sz="1500" b="0">
                <a:solidFill>
                  <a:srgbClr val="BED0DA"/>
                </a:solidFill>
                <a:latin typeface="Helvetica Neue"/>
                <a:ea typeface="Helvetica Neue"/>
                <a:cs typeface="Helvetica Neue"/>
              </a:defRPr>
            </a:lvl6pPr>
            <a:lvl7pPr algn="l">
              <a:defRPr sz="1500" b="0">
                <a:solidFill>
                  <a:srgbClr val="BED0DA"/>
                </a:solidFill>
                <a:latin typeface="Helvetica Neue"/>
                <a:ea typeface="Helvetica Neue"/>
                <a:cs typeface="Helvetica Neue"/>
              </a:defRPr>
            </a:lvl7pPr>
            <a:lvl8pPr algn="l">
              <a:defRPr sz="1500" b="0">
                <a:solidFill>
                  <a:srgbClr val="BED0DA"/>
                </a:solidFill>
                <a:latin typeface="Helvetica Neue"/>
                <a:ea typeface="Helvetica Neue"/>
                <a:cs typeface="Helvetica Neue"/>
              </a:defRPr>
            </a:lvl8pPr>
            <a:lvl9pPr algn="l">
              <a:defRPr sz="1500" b="0">
                <a:solidFill>
                  <a:srgbClr val="BED0DA"/>
                </a:solidFill>
                <a:latin typeface="Helvetica Neue"/>
                <a:ea typeface="Helvetica Neue"/>
                <a:cs typeface="Helvetica Neue"/>
              </a:defRPr>
            </a:lvl9pPr>
          </a:lstStyle>
          <a:p xmlns:a="http://schemas.openxmlformats.org/drawingml/2006/main">
            <a:pPr algn="l">
              <a:defRPr sz="1500" b="0">
                <a:solidFill>
                  <a:srgbClr val="BED0DA"/>
                </a:solidFill>
                <a:latin typeface="Helvetica Neue"/>
                <a:ea typeface="Helvetica Neue"/>
                <a:cs typeface="Helvetica Neue"/>
              </a:defRPr>
            </a:pPr>
            <a:r>
              <a:rPr sz="1500" b="0">
                <a:solidFill>
                  <a:srgbClr val="BED0DA"/>
                </a:solidFill>
                <a:latin typeface="Helvetica Neue"/>
                <a:ea typeface="Helvetica Neue"/>
                <a:cs typeface="Helvetica Neue"/>
              </a:rPr>
              <a:t>При признаках риска: обращение к специалисту</a:t>
            </a:r>
          </a:p>
        </p:txBody>
      </p:sp>
    </p:spTree>
    <p:extLst>
      <p:ext uri="{BB962C8B-B14F-4D97-AF65-F5344CB8AC3E}">
        <p14:creationId xmlns:p14="http://schemas.microsoft.com/office/powerpoint/2010/main" val="9676969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2026-10-17T18:04:34.9270000Z</dcterms:created>
  <dcterms:modified xsi:type="dcterms:W3CDTF">2026-10-17T18:04:34.9270000Z</dcterms:modified>
</coreProperties>
</file>