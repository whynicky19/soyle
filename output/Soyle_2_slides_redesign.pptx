
<file path=[Content_Types].xml><?xml version="1.0" encoding="utf-8"?>
<Types xmlns="http://schemas.openxmlformats.org/package/2006/content-types">
  <Default Extension="xml" ContentType="application/vnd.openxmlformats-package.core-properties+xml"/>
  <Default Extension="bin" ContentType="image/webp"/>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67f3e67c37d41a6" /><Relationship Type="http://schemas.openxmlformats.org/officeDocument/2006/relationships/extended-properties" Target="/docProps/app.xml" Id="Rcb7fc5e70bfb4f62" /><Relationship Type="http://schemas.openxmlformats.org/officeDocument/2006/relationships/officeDocument" Target="/ppt/presentation.xml" Id="Ra80fde1f956e4550" /></Relationships>
</file>

<file path=ppt/presentation.xml><?xml version="1.0" encoding="utf-8"?>
<p:presentation xmlns:p="http://schemas.openxmlformats.org/presentationml/2006/main">
  <p:sldMasterIdLst>
    <p:sldMasterId xmlns:r="http://schemas.openxmlformats.org/officeDocument/2006/relationships" id="2147483648" r:id="Rf3482b702ec641f1"/>
  </p:sldMasterIdLst>
  <p:notesMasterIdLst>
    <p:notesMasterId xmlns:r="http://schemas.openxmlformats.org/officeDocument/2006/relationships" r:id="R90b7ce70af80483e"/>
  </p:notesMasterIdLst>
  <p:sldIdLst>
    <p:sldId xmlns:r="http://schemas.openxmlformats.org/officeDocument/2006/relationships" id="256" r:id="Re6d435fc8fac4a51"/>
    <p:sldId xmlns:r="http://schemas.openxmlformats.org/officeDocument/2006/relationships" id="257" r:id="Rcb5eda91890343d3"/>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a7ba1c96d734485" /><Relationship Type="http://schemas.openxmlformats.org/officeDocument/2006/relationships/slideMaster" Target="/ppt/slideMasters/slideMaster1.xml" Id="Rf3482b702ec641f1" /><Relationship Type="http://schemas.openxmlformats.org/officeDocument/2006/relationships/notesMaster" Target="/ppt/notesMasters/notesMaster1.xml" Id="R90b7ce70af80483e" /><Relationship Type="http://schemas.openxmlformats.org/officeDocument/2006/relationships/presProps" Target="/ppt/presProps.xml" Id="R1497051a51dc40d5" /><Relationship Type="http://schemas.openxmlformats.org/officeDocument/2006/relationships/tableStyles" Target="/ppt/tableStyles.xml" Id="Rf84caec36a314b6a" /><Relationship Type="http://schemas.openxmlformats.org/officeDocument/2006/relationships/slide" Target="/ppt/slides/slide1.xml" Id="Re6d435fc8fac4a51" /><Relationship Type="http://schemas.openxmlformats.org/officeDocument/2006/relationships/slide" Target="/ppt/slides/slide2.xml" Id="Rcb5eda91890343d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8cbf5382261410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d0990f338604d85" /><Relationship Type="http://schemas.openxmlformats.org/officeDocument/2006/relationships/notesMaster" Target="/ppt/notesMasters/notesMaster1.xml" Id="R171ec7943d894169" /></Relationships>
</file>

<file path=ppt/notesSlides/_rels/notesSlide2.xml.rels>&#65279;<?xml version="1.0" encoding="utf-8"?><Relationships xmlns="http://schemas.openxmlformats.org/package/2006/relationships"><Relationship Type="http://schemas.openxmlformats.org/officeDocument/2006/relationships/slide" Target="/ppt/slides/slide2.xml" Id="R3fa81b8eda654cfe" /><Relationship Type="http://schemas.openxmlformats.org/officeDocument/2006/relationships/notesMaster" Target="/ppt/notesMasters/notesMaster1.xml" Id="Rf3480aad00414ad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Схема фактических процессов по локальной версии проекта на 17.10.2026. Источники: frontend/components/SoyleApp.tsx (AuthScreen, ChildOnboarding, startDailySession, startPreparedPlan, saveSession, PhraseGame, ProgressScreen, ParentScreen); frontend/components/GoalsAndPractice.tsx; backend/app/main.py (auth, children, consents, session_plan, learning_sessions, sessions, progress); frontend/lib/sessionRuntime.ts; frontend/lib/aacGrammar.ts; backend/app/aac_grammar.py. Проверены лендинг и кабинет родителя в локальном браузере. Быстрый план и адаптивный план являются отдельными маршрутами. Быстрый выбирает реже использованные задания и чередует модули, адаптивный требует активных целей. 3/5/10 минут соответствуют целевому числу 2/3/5 заданий при достаточном каталоге, это ориентир длительности. При отсутствии подходящих заданий адаптивный план выводит уведомление, случайной замены нет. В начале занятия пользователь может продолжить существующую сессию. Отказ завершает отдельную попытку без штрафа, перерыв позволяет возобновление. Результат сенсорной игры вычисляет сервер, AAC фиксирует участие без оценки речи. Бытовые наблюдения хранятся отдельно. Озвучивание использует готовые аудиофайлы, системный голос или локальный TTS. Контент в деморежиме ещё требует независимой методической и accessibility-проверки перед пилотом. Специалист отключён как действующая роль. Моторный прототип не входит в публичный каталог.</a:t>
            </a:r>
          </a:p>
          <a:p xmlns:a="http://schemas.openxmlformats.org/drawingml/2006/main">
            <a:r>
              <a:t>Иллюстрация: существующий визуальный материал сайта frontend/public/landing/soyle-hero-v3.webp. Редизайн по самостоятельному стилю Söyle, без копирования пользовательского примера. Схема сокращена до пяти последовательных этапов, быстрый и адаптивный сценарии сохранены. Регистрация родителя и вход по логину/PIN ребёнка раскрываются при устном представлении. Фото является иллюстрацией с сайта, а не документальной фотографией пользователей.</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Источники: backend/app/adaptive_planner.py, backend/app/ai_assistant.py, backend/app/exercise_engine.py, backend/app/practice_goals.py, backend/app/main.py (/api/adaptive-plans, /api/ai/ask, /api/ai/plan); frontend/lib/motorDetection.ts; frontend/components/SoyleApp.tsx (MotorGame). Это локальные серверные правила, а не обучение модели на данных ребёнка. Нет внешнего AI SDK, AI API или использования токенов. Помощник выбирает готовые ответы по ключевым словам в приоритетном порядке: признаки риска, отказ/усталость/перерыв, AAC/карточки/просьба, общая памятка. Он не анализирует индивидуальную историю ребёнка: в answer_parent передаётся только вопрос. Адаптивный планировщик берёт до 8 завершённых результатов с response_owner=child и support_context independent/caregiver_supported, attempts_count&gt;0. Веса линейные: 2.0 у нового результата, 1.0 у старого. Точность считается по доле правильных ответов внутри каждого результата, затем взвешивается. Уровень 2: не менее 3 результатов, точность &gt;=76%, не менее 3 самостоятельных завершений, самостоятельность &gt;=50%. Уровень 3: не менее 6 результатов, точность &gt;=88%, не менее 3 самостоятельных завершений, самостоятельность &gt;=80%. Последнее бытовое наблюдение with_help возвращает уровень 1 и не превращается в игровой балл. Доступные параметры берутся из версии упражнения. Сначала планировщик покрывает разные цели, затем заполняет план уникальными упражнениями. Порядок: новые, реже назначенные, предпочтения, давность. Сохраняет версии целей и упражнений, параметры, версию правил и причины. Новая попытка меняет следующий сгенерированный план, не текущий. Если нет активных целей или разрешённых упражнений, выдаёт уведомление. Обычный быстрый /api/session-plan использует отдельную ротацию без этих порогов. Нейросетевой прототип MediaPipe: согласие и камера, локальная модель FaceLandmarker, калибровка нейтрального лица, blendshapes, абсолютный порог и изменение относительно базы, 6 последовательных совпадений, обратная связь о движении. Видео и координаты не сохраняются и не передаются на сервер. local_face_mirror исключён в published_exercise_rows, поэтому это не действующая публичная функция. Демоконтент не следует представлять как независимо проверенную лечебную программу. Диагностики и распознавания речи нет.</a:t>
            </a:r>
          </a:p>
          <a:p xmlns:a="http://schemas.openxmlformats.org/drawingml/2006/main">
            <a:r>
              <a:t>Основной рисунок показывает адаптивный подбор. Нижняя ветка кратко показывает независимый локальный помощник родителя. Внешняя нейросеть не используется. Фактически нейросетевой MediaPipe является отдельным исключённым из публичного каталога прототипом, поэтому не изображён как работающая часть публичного сценария. Внутренние правила подбора показаны редактируемыми объектами. При недостатке данных сохраняется начальный уровень. Отказы, перерывы и технические ошибки не входят в расчёт точности. Система не ставит диагноз.</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59cabbff413436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49f21352459462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cae1255cc424c8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dda9d6fae22497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e11838d4cf34e7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566c95aa4ee43b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1A722FF-8328-4BCD-8468-5B0C86444696}"/>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gn="ctr">
              <a:lnSpc>
                <a:spcPct val="110000"/>
              </a:lnSpc>
              <a:spcBef>
                <a:spcPts val="0"/>
              </a:spcBef>
              <a:spcAft>
                <a:spcPts val="0"/>
              </a:spcAft>
              <a:buNone/>
              <a:defRPr sz="6000" b="1">
                <a:solidFill>
                  <a:schemeClr val="tx1"/>
                </a:solidFill>
                <a:latin typeface="+mj-lt"/>
                <a:ea typeface="+mj-lt"/>
                <a:cs typeface="+mj-lt"/>
              </a:defRPr>
            </a:lvl1pPr>
            <a:lvl2pPr marL="0" indent="0" algn="ctr">
              <a:lnSpc>
                <a:spcPct val="110000"/>
              </a:lnSpc>
              <a:spcBef>
                <a:spcPts val="0"/>
              </a:spcBef>
              <a:spcAft>
                <a:spcPts val="0"/>
              </a:spcAft>
              <a:buNone/>
              <a:defRPr sz="6000" b="1">
                <a:solidFill>
                  <a:schemeClr val="tx1"/>
                </a:solidFill>
                <a:latin typeface="+mj-lt"/>
                <a:ea typeface="+mj-lt"/>
                <a:cs typeface="+mj-lt"/>
              </a:defRPr>
            </a:lvl2pPr>
            <a:lvl3pPr marL="0" indent="0" algn="ctr">
              <a:lnSpc>
                <a:spcPct val="110000"/>
              </a:lnSpc>
              <a:spcBef>
                <a:spcPts val="0"/>
              </a:spcBef>
              <a:spcAft>
                <a:spcPts val="0"/>
              </a:spcAft>
              <a:buNone/>
              <a:defRPr sz="6000" b="1">
                <a:solidFill>
                  <a:schemeClr val="tx1"/>
                </a:solidFill>
                <a:latin typeface="+mj-lt"/>
                <a:ea typeface="+mj-lt"/>
                <a:cs typeface="+mj-lt"/>
              </a:defRPr>
            </a:lvl3pPr>
            <a:lvl4pPr marL="0" indent="0" algn="ctr">
              <a:lnSpc>
                <a:spcPct val="110000"/>
              </a:lnSpc>
              <a:spcBef>
                <a:spcPts val="0"/>
              </a:spcBef>
              <a:spcAft>
                <a:spcPts val="0"/>
              </a:spcAft>
              <a:buNone/>
              <a:defRPr sz="6000" b="1">
                <a:solidFill>
                  <a:schemeClr val="tx1"/>
                </a:solidFill>
                <a:latin typeface="+mj-lt"/>
                <a:ea typeface="+mj-lt"/>
                <a:cs typeface="+mj-lt"/>
              </a:defRPr>
            </a:lvl4pPr>
            <a:lvl5pPr marL="0" indent="0" algn="ctr">
              <a:lnSpc>
                <a:spcPct val="110000"/>
              </a:lnSpc>
              <a:spcBef>
                <a:spcPts val="0"/>
              </a:spcBef>
              <a:spcAft>
                <a:spcPts val="0"/>
              </a:spcAft>
              <a:buNone/>
              <a:defRPr sz="6000" b="1">
                <a:solidFill>
                  <a:schemeClr val="tx1"/>
                </a:solidFill>
                <a:latin typeface="+mj-lt"/>
                <a:ea typeface="+mj-lt"/>
                <a:cs typeface="+mj-lt"/>
              </a:defRPr>
            </a:lvl5pPr>
            <a:lvl6pPr marL="0" indent="0" algn="ctr">
              <a:lnSpc>
                <a:spcPct val="110000"/>
              </a:lnSpc>
              <a:spcBef>
                <a:spcPts val="0"/>
              </a:spcBef>
              <a:spcAft>
                <a:spcPts val="0"/>
              </a:spcAft>
              <a:buNone/>
              <a:defRPr sz="6000" b="1">
                <a:solidFill>
                  <a:schemeClr val="tx1"/>
                </a:solidFill>
                <a:latin typeface="+mj-lt"/>
                <a:ea typeface="+mj-lt"/>
                <a:cs typeface="+mj-lt"/>
              </a:defRPr>
            </a:lvl6pPr>
            <a:lvl7pPr marL="0" indent="0" algn="ctr">
              <a:lnSpc>
                <a:spcPct val="110000"/>
              </a:lnSpc>
              <a:spcBef>
                <a:spcPts val="0"/>
              </a:spcBef>
              <a:spcAft>
                <a:spcPts val="0"/>
              </a:spcAft>
              <a:buNone/>
              <a:defRPr sz="6000" b="1">
                <a:solidFill>
                  <a:schemeClr val="tx1"/>
                </a:solidFill>
                <a:latin typeface="+mj-lt"/>
                <a:ea typeface="+mj-lt"/>
                <a:cs typeface="+mj-lt"/>
              </a:defRPr>
            </a:lvl7pPr>
            <a:lvl8pPr marL="0" indent="0" algn="ctr">
              <a:lnSpc>
                <a:spcPct val="110000"/>
              </a:lnSpc>
              <a:spcBef>
                <a:spcPts val="0"/>
              </a:spcBef>
              <a:spcAft>
                <a:spcPts val="0"/>
              </a:spcAft>
              <a:buNone/>
              <a:defRPr sz="6000" b="1">
                <a:solidFill>
                  <a:schemeClr val="tx1"/>
                </a:solidFill>
                <a:latin typeface="+mj-lt"/>
                <a:ea typeface="+mj-lt"/>
                <a:cs typeface="+mj-lt"/>
              </a:defRPr>
            </a:lvl8pPr>
            <a:lvl9pPr marL="0" indent="0" algn="ctr">
              <a:lnSpc>
                <a:spcPct val="110000"/>
              </a:lnSpc>
              <a:spcBef>
                <a:spcPts val="0"/>
              </a:spcBef>
              <a:spcAft>
                <a:spcPts val="0"/>
              </a:spcAft>
              <a:buNone/>
              <a:defRPr sz="60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4116B06-27C3-41C0-B84B-765A9B5AA4D0}"/>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gn="ctr">
              <a:lnSpc>
                <a:spcPct val="110000"/>
              </a:lnSpc>
              <a:spcBef>
                <a:spcPts val="0"/>
              </a:spcBef>
              <a:spcAft>
                <a:spcPts val="0"/>
              </a:spcAft>
              <a:buNone/>
              <a:defRPr sz="2625" b="0">
                <a:solidFill>
                  <a:schemeClr val="tx1"/>
                </a:solidFill>
                <a:latin typeface="+mn-lt"/>
                <a:ea typeface="+mn-lt"/>
                <a:cs typeface="+mn-lt"/>
              </a:defRPr>
            </a:lvl1pPr>
            <a:lvl2pPr marL="0" indent="0" algn="ctr">
              <a:lnSpc>
                <a:spcPct val="110000"/>
              </a:lnSpc>
              <a:spcBef>
                <a:spcPts val="0"/>
              </a:spcBef>
              <a:spcAft>
                <a:spcPts val="0"/>
              </a:spcAft>
              <a:buNone/>
              <a:defRPr sz="2625" b="0">
                <a:solidFill>
                  <a:schemeClr val="tx1"/>
                </a:solidFill>
                <a:latin typeface="+mn-lt"/>
                <a:ea typeface="+mn-lt"/>
                <a:cs typeface="+mn-lt"/>
              </a:defRPr>
            </a:lvl2pPr>
            <a:lvl3pPr marL="0" indent="0" algn="ctr">
              <a:lnSpc>
                <a:spcPct val="110000"/>
              </a:lnSpc>
              <a:spcBef>
                <a:spcPts val="0"/>
              </a:spcBef>
              <a:spcAft>
                <a:spcPts val="0"/>
              </a:spcAft>
              <a:buNone/>
              <a:defRPr sz="2625" b="0">
                <a:solidFill>
                  <a:schemeClr val="tx1"/>
                </a:solidFill>
                <a:latin typeface="+mn-lt"/>
                <a:ea typeface="+mn-lt"/>
                <a:cs typeface="+mn-lt"/>
              </a:defRPr>
            </a:lvl3pPr>
            <a:lvl4pPr marL="0" indent="0" algn="ctr">
              <a:lnSpc>
                <a:spcPct val="110000"/>
              </a:lnSpc>
              <a:spcBef>
                <a:spcPts val="0"/>
              </a:spcBef>
              <a:spcAft>
                <a:spcPts val="0"/>
              </a:spcAft>
              <a:buNone/>
              <a:defRPr sz="2625" b="0">
                <a:solidFill>
                  <a:schemeClr val="tx1"/>
                </a:solidFill>
                <a:latin typeface="+mn-lt"/>
                <a:ea typeface="+mn-lt"/>
                <a:cs typeface="+mn-lt"/>
              </a:defRPr>
            </a:lvl4pPr>
            <a:lvl5pPr marL="0" indent="0" algn="ctr">
              <a:lnSpc>
                <a:spcPct val="110000"/>
              </a:lnSpc>
              <a:spcBef>
                <a:spcPts val="0"/>
              </a:spcBef>
              <a:spcAft>
                <a:spcPts val="0"/>
              </a:spcAft>
              <a:buNone/>
              <a:defRPr sz="2625" b="0">
                <a:solidFill>
                  <a:schemeClr val="tx1"/>
                </a:solidFill>
                <a:latin typeface="+mn-lt"/>
                <a:ea typeface="+mn-lt"/>
                <a:cs typeface="+mn-lt"/>
              </a:defRPr>
            </a:lvl5pPr>
            <a:lvl6pPr marL="0" indent="0" algn="ctr">
              <a:lnSpc>
                <a:spcPct val="110000"/>
              </a:lnSpc>
              <a:spcBef>
                <a:spcPts val="0"/>
              </a:spcBef>
              <a:spcAft>
                <a:spcPts val="0"/>
              </a:spcAft>
              <a:buNone/>
              <a:defRPr sz="2625" b="0">
                <a:solidFill>
                  <a:schemeClr val="tx1"/>
                </a:solidFill>
                <a:latin typeface="+mn-lt"/>
                <a:ea typeface="+mn-lt"/>
                <a:cs typeface="+mn-lt"/>
              </a:defRPr>
            </a:lvl6pPr>
            <a:lvl7pPr marL="0" indent="0" algn="ctr">
              <a:lnSpc>
                <a:spcPct val="110000"/>
              </a:lnSpc>
              <a:spcBef>
                <a:spcPts val="0"/>
              </a:spcBef>
              <a:spcAft>
                <a:spcPts val="0"/>
              </a:spcAft>
              <a:buNone/>
              <a:defRPr sz="2625" b="0">
                <a:solidFill>
                  <a:schemeClr val="tx1"/>
                </a:solidFill>
                <a:latin typeface="+mn-lt"/>
                <a:ea typeface="+mn-lt"/>
                <a:cs typeface="+mn-lt"/>
              </a:defRPr>
            </a:lvl7pPr>
            <a:lvl8pPr marL="0" indent="0" algn="ctr">
              <a:lnSpc>
                <a:spcPct val="110000"/>
              </a:lnSpc>
              <a:spcBef>
                <a:spcPts val="0"/>
              </a:spcBef>
              <a:spcAft>
                <a:spcPts val="0"/>
              </a:spcAft>
              <a:buNone/>
              <a:defRPr sz="2625" b="0">
                <a:solidFill>
                  <a:schemeClr val="tx1"/>
                </a:solidFill>
                <a:latin typeface="+mn-lt"/>
                <a:ea typeface="+mn-lt"/>
                <a:cs typeface="+mn-lt"/>
              </a:defRPr>
            </a:lvl8pPr>
            <a:lvl9pPr marL="0" indent="0" algn="ctr">
              <a:lnSpc>
                <a:spcPct val="110000"/>
              </a:lnSpc>
              <a:spcBef>
                <a:spcPts val="0"/>
              </a:spcBef>
              <a:spcAft>
                <a:spcPts val="0"/>
              </a:spcAft>
              <a:buNone/>
              <a:defRPr sz="2625"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1F62F62-AAA2-475B-BC77-0CF398B856B1}"/>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gn="ctr">
              <a:lnSpc>
                <a:spcPct val="110000"/>
              </a:lnSpc>
              <a:spcBef>
                <a:spcPts val="0"/>
              </a:spcBef>
              <a:spcAft>
                <a:spcPts val="0"/>
              </a:spcAft>
              <a:buNone/>
              <a:defRPr sz="5250" b="1">
                <a:solidFill>
                  <a:schemeClr val="tx1"/>
                </a:solidFill>
                <a:latin typeface="+mj-lt"/>
                <a:ea typeface="+mj-lt"/>
                <a:cs typeface="+mj-lt"/>
              </a:defRPr>
            </a:lvl1pPr>
            <a:lvl2pPr marL="0" indent="0" algn="ctr">
              <a:lnSpc>
                <a:spcPct val="110000"/>
              </a:lnSpc>
              <a:spcBef>
                <a:spcPts val="0"/>
              </a:spcBef>
              <a:spcAft>
                <a:spcPts val="0"/>
              </a:spcAft>
              <a:buNone/>
              <a:defRPr sz="5250" b="1">
                <a:solidFill>
                  <a:schemeClr val="tx1"/>
                </a:solidFill>
                <a:latin typeface="+mj-lt"/>
                <a:ea typeface="+mj-lt"/>
                <a:cs typeface="+mj-lt"/>
              </a:defRPr>
            </a:lvl2pPr>
            <a:lvl3pPr marL="0" indent="0" algn="ctr">
              <a:lnSpc>
                <a:spcPct val="110000"/>
              </a:lnSpc>
              <a:spcBef>
                <a:spcPts val="0"/>
              </a:spcBef>
              <a:spcAft>
                <a:spcPts val="0"/>
              </a:spcAft>
              <a:buNone/>
              <a:defRPr sz="5250" b="1">
                <a:solidFill>
                  <a:schemeClr val="tx1"/>
                </a:solidFill>
                <a:latin typeface="+mj-lt"/>
                <a:ea typeface="+mj-lt"/>
                <a:cs typeface="+mj-lt"/>
              </a:defRPr>
            </a:lvl3pPr>
            <a:lvl4pPr marL="0" indent="0" algn="ctr">
              <a:lnSpc>
                <a:spcPct val="110000"/>
              </a:lnSpc>
              <a:spcBef>
                <a:spcPts val="0"/>
              </a:spcBef>
              <a:spcAft>
                <a:spcPts val="0"/>
              </a:spcAft>
              <a:buNone/>
              <a:defRPr sz="5250" b="1">
                <a:solidFill>
                  <a:schemeClr val="tx1"/>
                </a:solidFill>
                <a:latin typeface="+mj-lt"/>
                <a:ea typeface="+mj-lt"/>
                <a:cs typeface="+mj-lt"/>
              </a:defRPr>
            </a:lvl4pPr>
            <a:lvl5pPr marL="0" indent="0" algn="ctr">
              <a:lnSpc>
                <a:spcPct val="110000"/>
              </a:lnSpc>
              <a:spcBef>
                <a:spcPts val="0"/>
              </a:spcBef>
              <a:spcAft>
                <a:spcPts val="0"/>
              </a:spcAft>
              <a:buNone/>
              <a:defRPr sz="5250" b="1">
                <a:solidFill>
                  <a:schemeClr val="tx1"/>
                </a:solidFill>
                <a:latin typeface="+mj-lt"/>
                <a:ea typeface="+mj-lt"/>
                <a:cs typeface="+mj-lt"/>
              </a:defRPr>
            </a:lvl5pPr>
            <a:lvl6pPr marL="0" indent="0" algn="ctr">
              <a:lnSpc>
                <a:spcPct val="110000"/>
              </a:lnSpc>
              <a:spcBef>
                <a:spcPts val="0"/>
              </a:spcBef>
              <a:spcAft>
                <a:spcPts val="0"/>
              </a:spcAft>
              <a:buNone/>
              <a:defRPr sz="5250" b="1">
                <a:solidFill>
                  <a:schemeClr val="tx1"/>
                </a:solidFill>
                <a:latin typeface="+mj-lt"/>
                <a:ea typeface="+mj-lt"/>
                <a:cs typeface="+mj-lt"/>
              </a:defRPr>
            </a:lvl6pPr>
            <a:lvl7pPr marL="0" indent="0" algn="ctr">
              <a:lnSpc>
                <a:spcPct val="110000"/>
              </a:lnSpc>
              <a:spcBef>
                <a:spcPts val="0"/>
              </a:spcBef>
              <a:spcAft>
                <a:spcPts val="0"/>
              </a:spcAft>
              <a:buNone/>
              <a:defRPr sz="5250" b="1">
                <a:solidFill>
                  <a:schemeClr val="tx1"/>
                </a:solidFill>
                <a:latin typeface="+mj-lt"/>
                <a:ea typeface="+mj-lt"/>
                <a:cs typeface="+mj-lt"/>
              </a:defRPr>
            </a:lvl7pPr>
            <a:lvl8pPr marL="0" indent="0" algn="ctr">
              <a:lnSpc>
                <a:spcPct val="110000"/>
              </a:lnSpc>
              <a:spcBef>
                <a:spcPts val="0"/>
              </a:spcBef>
              <a:spcAft>
                <a:spcPts val="0"/>
              </a:spcAft>
              <a:buNone/>
              <a:defRPr sz="5250" b="1">
                <a:solidFill>
                  <a:schemeClr val="tx1"/>
                </a:solidFill>
                <a:latin typeface="+mj-lt"/>
                <a:ea typeface="+mj-lt"/>
                <a:cs typeface="+mj-lt"/>
              </a:defRPr>
            </a:lvl8pPr>
            <a:lvl9pPr marL="0" indent="0" algn="ctr">
              <a:lnSpc>
                <a:spcPct val="110000"/>
              </a:lnSpc>
              <a:spcBef>
                <a:spcPts val="0"/>
              </a:spcBef>
              <a:spcAft>
                <a:spcPts val="0"/>
              </a:spcAft>
              <a:buNone/>
              <a:defRPr sz="525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6BD8332-70B7-4E0C-BC2E-C95B73DA16B2}"/>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3DF9B9D-39D9-4524-B5AC-BB71B2EF9966}"/>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2A4D1BB-9317-4A22-9FCE-58CB8A41D23E}"/>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907665D-23DA-4E77-B8DB-C381EE870F7D}"/>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18D8A4E-8B4F-46AE-8932-476F49AA9FEC}"/>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1E9EA56-12EA-4895-9874-637752106390}"/>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91D3DA7-17BE-478E-A914-F621B9C9EABD}"/>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89a07d2e2c3410c" /><Relationship Type="http://schemas.openxmlformats.org/officeDocument/2006/relationships/slideLayout" Target="/ppt/slideLayouts/slideLayout1.xml" Id="Rcfbdaef8b3fd4478" /><Relationship Type="http://schemas.openxmlformats.org/officeDocument/2006/relationships/slideLayout" Target="/ppt/slideLayouts/slideLayout2.xml" Id="R22448112e0ff4c22" /><Relationship Type="http://schemas.openxmlformats.org/officeDocument/2006/relationships/slideLayout" Target="/ppt/slideLayouts/slideLayout3.xml" Id="R430daf1699d44643" /><Relationship Type="http://schemas.openxmlformats.org/officeDocument/2006/relationships/slideLayout" Target="/ppt/slideLayouts/slideLayout4.xml" Id="R32fa7de2127a40d3" /><Relationship Type="http://schemas.openxmlformats.org/officeDocument/2006/relationships/slideLayout" Target="/ppt/slideLayouts/slideLayout5.xml" Id="Rdae2053748084baf" /><Relationship Type="http://schemas.openxmlformats.org/officeDocument/2006/relationships/slideLayout" Target="/ppt/slideLayouts/slideLayout6.xml" Id="R138b02b96a36480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fbdaef8b3fd4478"/>
    <p:sldLayoutId xmlns:r="http://schemas.openxmlformats.org/officeDocument/2006/relationships" id="2147483650" r:id="R22448112e0ff4c22"/>
    <p:sldLayoutId xmlns:r="http://schemas.openxmlformats.org/officeDocument/2006/relationships" id="2147483651" r:id="R430daf1699d44643"/>
    <p:sldLayoutId xmlns:r="http://schemas.openxmlformats.org/officeDocument/2006/relationships" id="2147483652" r:id="R32fa7de2127a40d3"/>
    <p:sldLayoutId xmlns:r="http://schemas.openxmlformats.org/officeDocument/2006/relationships" id="2147483653" r:id="Rdae2053748084baf"/>
    <p:sldLayoutId xmlns:r="http://schemas.openxmlformats.org/officeDocument/2006/relationships" id="2147483654" r:id="R138b02b96a36480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a55f461d8e94e44" /><Relationship Type="http://schemas.openxmlformats.org/officeDocument/2006/relationships/image" Target="/ppt/media/image.bin" Id="R3c865b1569cf48f5" /><Relationship Type="http://schemas.openxmlformats.org/officeDocument/2006/relationships/notesSlide" Target="/ppt/notesSlides/notesSlide1.xml" Id="Rce3e5e6c9162495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802e961a17d403c" /><Relationship Type="http://schemas.openxmlformats.org/officeDocument/2006/relationships/notesSlide" Target="/ppt/notesSlides/notesSlide2.xml" Id="R8c7a0bb6fb08481f" /></Relationships>
</file>

<file path=ppt/slides/slide1.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8E6CE5E2-739D-4AD0-9D87-C61BC56DCE24}"/>
              </a:ext>
            </a:extLst>
          </p:cNvPr>
          <p:cNvSpPr>
            <a:spLocks xmlns:a="http://schemas.openxmlformats.org/drawingml/2006/main" noGrp="1"/>
          </p:cNvSpPr>
          <p:nvPr/>
        </p:nvSpPr>
        <p:spPr>
          <a:xfrm xmlns:a="http://schemas.openxmlformats.org/drawingml/2006/main">
            <a:off x="609600" y="333375"/>
            <a:ext cx="2190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400" b="1">
                <a:solidFill>
                  <a:srgbClr val="1B6A91"/>
                </a:solidFill>
                <a:latin typeface="Helvetica Neue"/>
                <a:ea typeface="Helvetica Neue"/>
                <a:cs typeface="Helvetica Neue"/>
              </a:defRPr>
            </a:defPPr>
            <a:lvl1pPr algn="l">
              <a:defRPr sz="2400" b="1">
                <a:solidFill>
                  <a:srgbClr val="1B6A91"/>
                </a:solidFill>
                <a:latin typeface="Helvetica Neue"/>
                <a:ea typeface="Helvetica Neue"/>
                <a:cs typeface="Helvetica Neue"/>
              </a:defRPr>
            </a:lvl1pPr>
            <a:lvl2pPr algn="l">
              <a:defRPr sz="2400" b="1">
                <a:solidFill>
                  <a:srgbClr val="1B6A91"/>
                </a:solidFill>
                <a:latin typeface="Helvetica Neue"/>
                <a:ea typeface="Helvetica Neue"/>
                <a:cs typeface="Helvetica Neue"/>
              </a:defRPr>
            </a:lvl2pPr>
            <a:lvl3pPr algn="l">
              <a:defRPr sz="2400" b="1">
                <a:solidFill>
                  <a:srgbClr val="1B6A91"/>
                </a:solidFill>
                <a:latin typeface="Helvetica Neue"/>
                <a:ea typeface="Helvetica Neue"/>
                <a:cs typeface="Helvetica Neue"/>
              </a:defRPr>
            </a:lvl3pPr>
            <a:lvl4pPr algn="l">
              <a:defRPr sz="2400" b="1">
                <a:solidFill>
                  <a:srgbClr val="1B6A91"/>
                </a:solidFill>
                <a:latin typeface="Helvetica Neue"/>
                <a:ea typeface="Helvetica Neue"/>
                <a:cs typeface="Helvetica Neue"/>
              </a:defRPr>
            </a:lvl4pPr>
            <a:lvl5pPr algn="l">
              <a:defRPr sz="2400" b="1">
                <a:solidFill>
                  <a:srgbClr val="1B6A91"/>
                </a:solidFill>
                <a:latin typeface="Helvetica Neue"/>
                <a:ea typeface="Helvetica Neue"/>
                <a:cs typeface="Helvetica Neue"/>
              </a:defRPr>
            </a:lvl5pPr>
            <a:lvl6pPr algn="l">
              <a:defRPr sz="2400" b="1">
                <a:solidFill>
                  <a:srgbClr val="1B6A91"/>
                </a:solidFill>
                <a:latin typeface="Helvetica Neue"/>
                <a:ea typeface="Helvetica Neue"/>
                <a:cs typeface="Helvetica Neue"/>
              </a:defRPr>
            </a:lvl6pPr>
            <a:lvl7pPr algn="l">
              <a:defRPr sz="2400" b="1">
                <a:solidFill>
                  <a:srgbClr val="1B6A91"/>
                </a:solidFill>
                <a:latin typeface="Helvetica Neue"/>
                <a:ea typeface="Helvetica Neue"/>
                <a:cs typeface="Helvetica Neue"/>
              </a:defRPr>
            </a:lvl7pPr>
            <a:lvl8pPr algn="l">
              <a:defRPr sz="2400" b="1">
                <a:solidFill>
                  <a:srgbClr val="1B6A91"/>
                </a:solidFill>
                <a:latin typeface="Helvetica Neue"/>
                <a:ea typeface="Helvetica Neue"/>
                <a:cs typeface="Helvetica Neue"/>
              </a:defRPr>
            </a:lvl8pPr>
            <a:lvl9pPr algn="l">
              <a:defRPr sz="2400" b="1">
                <a:solidFill>
                  <a:srgbClr val="1B6A91"/>
                </a:solidFill>
                <a:latin typeface="Helvetica Neue"/>
                <a:ea typeface="Helvetica Neue"/>
                <a:cs typeface="Helvetica Neue"/>
              </a:defRPr>
            </a:lvl9pPr>
          </a:lstStyle>
          <a:p xmlns:a="http://schemas.openxmlformats.org/drawingml/2006/main">
            <a:pPr algn="l">
              <a:defRPr sz="2400" b="1">
                <a:solidFill>
                  <a:srgbClr val="1B6A91"/>
                </a:solidFill>
                <a:latin typeface="Helvetica Neue"/>
                <a:ea typeface="Helvetica Neue"/>
                <a:cs typeface="Helvetica Neue"/>
              </a:defRPr>
            </a:pPr>
            <a:r>
              <a:rPr sz="2400" b="1">
                <a:solidFill>
                  <a:srgbClr val="1B6A91"/>
                </a:solidFill>
                <a:latin typeface="Helvetica Neue"/>
                <a:ea typeface="Helvetica Neue"/>
                <a:cs typeface="Helvetica Neue"/>
              </a:rPr>
              <a:t>Söyle</a:t>
            </a:r>
          </a:p>
        </p:txBody>
      </p:sp>
      <p:sp>
        <p:nvSpPr>
          <p:cNvPr id="2" name="">
            <a:extLst xmlns:a="http://schemas.openxmlformats.org/drawingml/2006/main">
              <a:ext uri="{FF2B5EF4-FFF2-40B4-BE49-F238E27FC236}">
                <a16:creationId xmlns:a16="http://schemas.microsoft.com/office/drawing/2014/main" id="{2D01431C-7607-497D-9DED-D42288EE4F08}"/>
              </a:ext>
            </a:extLst>
          </p:cNvPr>
          <p:cNvSpPr>
            <a:spLocks xmlns:a="http://schemas.openxmlformats.org/drawingml/2006/main" noGrp="1"/>
          </p:cNvSpPr>
          <p:nvPr/>
        </p:nvSpPr>
        <p:spPr>
          <a:xfrm xmlns:a="http://schemas.openxmlformats.org/drawingml/2006/main">
            <a:off x="1866900" y="457200"/>
            <a:ext cx="333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050" b="1">
                <a:solidFill>
                  <a:srgbClr val="607581"/>
                </a:solidFill>
                <a:latin typeface="Helvetica Neue"/>
                <a:ea typeface="Helvetica Neue"/>
                <a:cs typeface="Helvetica Neue"/>
              </a:defRPr>
            </a:defPPr>
            <a:lvl1pPr algn="l">
              <a:defRPr sz="1050" b="1">
                <a:solidFill>
                  <a:srgbClr val="607581"/>
                </a:solidFill>
                <a:latin typeface="Helvetica Neue"/>
                <a:ea typeface="Helvetica Neue"/>
                <a:cs typeface="Helvetica Neue"/>
              </a:defRPr>
            </a:lvl1pPr>
            <a:lvl2pPr algn="l">
              <a:defRPr sz="1050" b="1">
                <a:solidFill>
                  <a:srgbClr val="607581"/>
                </a:solidFill>
                <a:latin typeface="Helvetica Neue"/>
                <a:ea typeface="Helvetica Neue"/>
                <a:cs typeface="Helvetica Neue"/>
              </a:defRPr>
            </a:lvl2pPr>
            <a:lvl3pPr algn="l">
              <a:defRPr sz="1050" b="1">
                <a:solidFill>
                  <a:srgbClr val="607581"/>
                </a:solidFill>
                <a:latin typeface="Helvetica Neue"/>
                <a:ea typeface="Helvetica Neue"/>
                <a:cs typeface="Helvetica Neue"/>
              </a:defRPr>
            </a:lvl3pPr>
            <a:lvl4pPr algn="l">
              <a:defRPr sz="1050" b="1">
                <a:solidFill>
                  <a:srgbClr val="607581"/>
                </a:solidFill>
                <a:latin typeface="Helvetica Neue"/>
                <a:ea typeface="Helvetica Neue"/>
                <a:cs typeface="Helvetica Neue"/>
              </a:defRPr>
            </a:lvl4pPr>
            <a:lvl5pPr algn="l">
              <a:defRPr sz="1050" b="1">
                <a:solidFill>
                  <a:srgbClr val="607581"/>
                </a:solidFill>
                <a:latin typeface="Helvetica Neue"/>
                <a:ea typeface="Helvetica Neue"/>
                <a:cs typeface="Helvetica Neue"/>
              </a:defRPr>
            </a:lvl5pPr>
            <a:lvl6pPr algn="l">
              <a:defRPr sz="1050" b="1">
                <a:solidFill>
                  <a:srgbClr val="607581"/>
                </a:solidFill>
                <a:latin typeface="Helvetica Neue"/>
                <a:ea typeface="Helvetica Neue"/>
                <a:cs typeface="Helvetica Neue"/>
              </a:defRPr>
            </a:lvl6pPr>
            <a:lvl7pPr algn="l">
              <a:defRPr sz="1050" b="1">
                <a:solidFill>
                  <a:srgbClr val="607581"/>
                </a:solidFill>
                <a:latin typeface="Helvetica Neue"/>
                <a:ea typeface="Helvetica Neue"/>
                <a:cs typeface="Helvetica Neue"/>
              </a:defRPr>
            </a:lvl7pPr>
            <a:lvl8pPr algn="l">
              <a:defRPr sz="1050" b="1">
                <a:solidFill>
                  <a:srgbClr val="607581"/>
                </a:solidFill>
                <a:latin typeface="Helvetica Neue"/>
                <a:ea typeface="Helvetica Neue"/>
                <a:cs typeface="Helvetica Neue"/>
              </a:defRPr>
            </a:lvl8pPr>
            <a:lvl9pPr algn="l">
              <a:defRPr sz="1050" b="1">
                <a:solidFill>
                  <a:srgbClr val="607581"/>
                </a:solidFill>
                <a:latin typeface="Helvetica Neue"/>
                <a:ea typeface="Helvetica Neue"/>
                <a:cs typeface="Helvetica Neue"/>
              </a:defRPr>
            </a:lvl9pPr>
          </a:lstStyle>
          <a:p xmlns:a="http://schemas.openxmlformats.org/drawingml/2006/main">
            <a:pPr algn="l">
              <a:defRPr sz="1050" b="1">
                <a:solidFill>
                  <a:srgbClr val="607581"/>
                </a:solidFill>
                <a:latin typeface="Helvetica Neue"/>
                <a:ea typeface="Helvetica Neue"/>
                <a:cs typeface="Helvetica Neue"/>
              </a:defRPr>
            </a:pPr>
            <a:r>
              <a:rPr sz="1050" b="1">
                <a:solidFill>
                  <a:srgbClr val="607581"/>
                </a:solidFill>
                <a:latin typeface="Helvetica Neue"/>
                <a:ea typeface="Helvetica Neue"/>
                <a:cs typeface="Helvetica Neue"/>
              </a:rPr>
              <a:t>ОБЩЕНИЕ И ПРАКТИКА</a:t>
            </a:r>
          </a:p>
        </p:txBody>
      </p:sp>
      <p:sp>
        <p:nvSpPr>
          <p:cNvPr id="3" name="">
            <a:extLst xmlns:a="http://schemas.openxmlformats.org/drawingml/2006/main">
              <a:ext uri="{FF2B5EF4-FFF2-40B4-BE49-F238E27FC236}">
                <a16:creationId xmlns:a16="http://schemas.microsoft.com/office/drawing/2014/main" id="{74B0760B-40AC-4404-871D-F189B5DD8094}"/>
              </a:ext>
            </a:extLst>
          </p:cNvPr>
          <p:cNvSpPr>
            <a:spLocks xmlns:a="http://schemas.openxmlformats.org/drawingml/2006/main" noGrp="1"/>
          </p:cNvSpPr>
          <p:nvPr/>
        </p:nvSpPr>
        <p:spPr>
          <a:xfrm xmlns:a="http://schemas.openxmlformats.org/drawingml/2006/main">
            <a:off x="13696950" y="409575"/>
            <a:ext cx="95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425" b="0">
                <a:solidFill>
                  <a:srgbClr val="607581"/>
                </a:solidFill>
                <a:latin typeface="Helvetica Neue"/>
                <a:ea typeface="Helvetica Neue"/>
                <a:cs typeface="Helvetica Neue"/>
              </a:defRPr>
            </a:defPPr>
            <a:lvl1pPr algn="r">
              <a:defRPr sz="1425" b="0">
                <a:solidFill>
                  <a:srgbClr val="607581"/>
                </a:solidFill>
                <a:latin typeface="Helvetica Neue"/>
                <a:ea typeface="Helvetica Neue"/>
                <a:cs typeface="Helvetica Neue"/>
              </a:defRPr>
            </a:lvl1pPr>
            <a:lvl2pPr algn="r">
              <a:defRPr sz="1425" b="0">
                <a:solidFill>
                  <a:srgbClr val="607581"/>
                </a:solidFill>
                <a:latin typeface="Helvetica Neue"/>
                <a:ea typeface="Helvetica Neue"/>
                <a:cs typeface="Helvetica Neue"/>
              </a:defRPr>
            </a:lvl2pPr>
            <a:lvl3pPr algn="r">
              <a:defRPr sz="1425" b="0">
                <a:solidFill>
                  <a:srgbClr val="607581"/>
                </a:solidFill>
                <a:latin typeface="Helvetica Neue"/>
                <a:ea typeface="Helvetica Neue"/>
                <a:cs typeface="Helvetica Neue"/>
              </a:defRPr>
            </a:lvl3pPr>
            <a:lvl4pPr algn="r">
              <a:defRPr sz="1425" b="0">
                <a:solidFill>
                  <a:srgbClr val="607581"/>
                </a:solidFill>
                <a:latin typeface="Helvetica Neue"/>
                <a:ea typeface="Helvetica Neue"/>
                <a:cs typeface="Helvetica Neue"/>
              </a:defRPr>
            </a:lvl4pPr>
            <a:lvl5pPr algn="r">
              <a:defRPr sz="1425" b="0">
                <a:solidFill>
                  <a:srgbClr val="607581"/>
                </a:solidFill>
                <a:latin typeface="Helvetica Neue"/>
                <a:ea typeface="Helvetica Neue"/>
                <a:cs typeface="Helvetica Neue"/>
              </a:defRPr>
            </a:lvl5pPr>
            <a:lvl6pPr algn="r">
              <a:defRPr sz="1425" b="0">
                <a:solidFill>
                  <a:srgbClr val="607581"/>
                </a:solidFill>
                <a:latin typeface="Helvetica Neue"/>
                <a:ea typeface="Helvetica Neue"/>
                <a:cs typeface="Helvetica Neue"/>
              </a:defRPr>
            </a:lvl6pPr>
            <a:lvl7pPr algn="r">
              <a:defRPr sz="1425" b="0">
                <a:solidFill>
                  <a:srgbClr val="607581"/>
                </a:solidFill>
                <a:latin typeface="Helvetica Neue"/>
                <a:ea typeface="Helvetica Neue"/>
                <a:cs typeface="Helvetica Neue"/>
              </a:defRPr>
            </a:lvl7pPr>
            <a:lvl8pPr algn="r">
              <a:defRPr sz="1425" b="0">
                <a:solidFill>
                  <a:srgbClr val="607581"/>
                </a:solidFill>
                <a:latin typeface="Helvetica Neue"/>
                <a:ea typeface="Helvetica Neue"/>
                <a:cs typeface="Helvetica Neue"/>
              </a:defRPr>
            </a:lvl8pPr>
            <a:lvl9pPr algn="r">
              <a:defRPr sz="1425" b="0">
                <a:solidFill>
                  <a:srgbClr val="607581"/>
                </a:solidFill>
                <a:latin typeface="Helvetica Neue"/>
                <a:ea typeface="Helvetica Neue"/>
                <a:cs typeface="Helvetica Neue"/>
              </a:defRPr>
            </a:lvl9pPr>
          </a:lstStyle>
          <a:p xmlns:a="http://schemas.openxmlformats.org/drawingml/2006/main">
            <a:pPr algn="r">
              <a:defRPr sz="1425" b="0">
                <a:solidFill>
                  <a:srgbClr val="607581"/>
                </a:solidFill>
                <a:latin typeface="Helvetica Neue"/>
                <a:ea typeface="Helvetica Neue"/>
                <a:cs typeface="Helvetica Neue"/>
              </a:defRPr>
            </a:pPr>
            <a:r>
              <a:rPr sz="1425" b="0">
                <a:solidFill>
                  <a:srgbClr val="607581"/>
                </a:solidFill>
                <a:latin typeface="Helvetica Neue"/>
                <a:ea typeface="Helvetica Neue"/>
                <a:cs typeface="Helvetica Neue"/>
              </a:rPr>
              <a:t>01 / 02</a:t>
            </a:r>
          </a:p>
        </p:txBody>
      </p:sp>
      <p:sp>
        <p:nvSpPr>
          <p:cNvPr id="4" name="">
            <a:extLst xmlns:a="http://schemas.openxmlformats.org/drawingml/2006/main">
              <a:ext uri="{FF2B5EF4-FFF2-40B4-BE49-F238E27FC236}">
                <a16:creationId xmlns:a16="http://schemas.microsoft.com/office/drawing/2014/main" id="{7E8793F0-3BBA-48BF-8BAA-D25BABFA0DEA}"/>
              </a:ext>
            </a:extLst>
          </p:cNvPr>
          <p:cNvSpPr>
            <a:spLocks xmlns:a="http://schemas.openxmlformats.org/drawingml/2006/main" noGrp="1"/>
          </p:cNvSpPr>
          <p:nvPr/>
        </p:nvSpPr>
        <p:spPr>
          <a:xfrm xmlns:a="http://schemas.openxmlformats.org/drawingml/2006/main">
            <a:off x="609600" y="1104900"/>
            <a:ext cx="68580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5700" b="1">
                <a:solidFill>
                  <a:srgbClr val="173347"/>
                </a:solidFill>
                <a:latin typeface="Helvetica Neue"/>
                <a:ea typeface="Helvetica Neue"/>
                <a:cs typeface="Helvetica Neue"/>
              </a:defRPr>
            </a:defPPr>
            <a:lvl1pPr algn="l">
              <a:defRPr sz="5700" b="1">
                <a:solidFill>
                  <a:srgbClr val="173347"/>
                </a:solidFill>
                <a:latin typeface="Helvetica Neue"/>
                <a:ea typeface="Helvetica Neue"/>
                <a:cs typeface="Helvetica Neue"/>
              </a:defRPr>
            </a:lvl1pPr>
            <a:lvl2pPr algn="l">
              <a:defRPr sz="5700" b="1">
                <a:solidFill>
                  <a:srgbClr val="173347"/>
                </a:solidFill>
                <a:latin typeface="Helvetica Neue"/>
                <a:ea typeface="Helvetica Neue"/>
                <a:cs typeface="Helvetica Neue"/>
              </a:defRPr>
            </a:lvl2pPr>
            <a:lvl3pPr algn="l">
              <a:defRPr sz="5700" b="1">
                <a:solidFill>
                  <a:srgbClr val="173347"/>
                </a:solidFill>
                <a:latin typeface="Helvetica Neue"/>
                <a:ea typeface="Helvetica Neue"/>
                <a:cs typeface="Helvetica Neue"/>
              </a:defRPr>
            </a:lvl3pPr>
            <a:lvl4pPr algn="l">
              <a:defRPr sz="5700" b="1">
                <a:solidFill>
                  <a:srgbClr val="173347"/>
                </a:solidFill>
                <a:latin typeface="Helvetica Neue"/>
                <a:ea typeface="Helvetica Neue"/>
                <a:cs typeface="Helvetica Neue"/>
              </a:defRPr>
            </a:lvl4pPr>
            <a:lvl5pPr algn="l">
              <a:defRPr sz="5700" b="1">
                <a:solidFill>
                  <a:srgbClr val="173347"/>
                </a:solidFill>
                <a:latin typeface="Helvetica Neue"/>
                <a:ea typeface="Helvetica Neue"/>
                <a:cs typeface="Helvetica Neue"/>
              </a:defRPr>
            </a:lvl5pPr>
            <a:lvl6pPr algn="l">
              <a:defRPr sz="5700" b="1">
                <a:solidFill>
                  <a:srgbClr val="173347"/>
                </a:solidFill>
                <a:latin typeface="Helvetica Neue"/>
                <a:ea typeface="Helvetica Neue"/>
                <a:cs typeface="Helvetica Neue"/>
              </a:defRPr>
            </a:lvl6pPr>
            <a:lvl7pPr algn="l">
              <a:defRPr sz="5700" b="1">
                <a:solidFill>
                  <a:srgbClr val="173347"/>
                </a:solidFill>
                <a:latin typeface="Helvetica Neue"/>
                <a:ea typeface="Helvetica Neue"/>
                <a:cs typeface="Helvetica Neue"/>
              </a:defRPr>
            </a:lvl7pPr>
            <a:lvl8pPr algn="l">
              <a:defRPr sz="5700" b="1">
                <a:solidFill>
                  <a:srgbClr val="173347"/>
                </a:solidFill>
                <a:latin typeface="Helvetica Neue"/>
                <a:ea typeface="Helvetica Neue"/>
                <a:cs typeface="Helvetica Neue"/>
              </a:defRPr>
            </a:lvl8pPr>
            <a:lvl9pPr algn="l">
              <a:defRPr sz="5700" b="1">
                <a:solidFill>
                  <a:srgbClr val="173347"/>
                </a:solidFill>
                <a:latin typeface="Helvetica Neue"/>
                <a:ea typeface="Helvetica Neue"/>
                <a:cs typeface="Helvetica Neue"/>
              </a:defRPr>
            </a:lvl9pPr>
          </a:lstStyle>
          <a:p xmlns:a="http://schemas.openxmlformats.org/drawingml/2006/main">
            <a:pPr algn="l">
              <a:defRPr sz="5700" b="1">
                <a:solidFill>
                  <a:srgbClr val="173347"/>
                </a:solidFill>
                <a:latin typeface="Helvetica Neue"/>
                <a:ea typeface="Helvetica Neue"/>
                <a:cs typeface="Helvetica Neue"/>
              </a:defRPr>
            </a:pPr>
            <a:r>
              <a:rPr sz="5700" b="1">
                <a:solidFill>
                  <a:srgbClr val="173347"/>
                </a:solidFill>
                <a:latin typeface="Helvetica Neue"/>
                <a:ea typeface="Helvetica Neue"/>
                <a:cs typeface="Helvetica Neue"/>
              </a:rPr>
              <a:t>Путь семьи</a:t>
            </a:r>
          </a:p>
          <a:p xmlns:a="http://schemas.openxmlformats.org/drawingml/2006/main">
            <a:pPr algn="l">
              <a:defRPr sz="5700" b="1">
                <a:solidFill>
                  <a:srgbClr val="173347"/>
                </a:solidFill>
                <a:latin typeface="Helvetica Neue"/>
                <a:ea typeface="Helvetica Neue"/>
                <a:cs typeface="Helvetica Neue"/>
              </a:defRPr>
            </a:pPr>
            <a:r>
              <a:rPr sz="5700" b="1">
                <a:solidFill>
                  <a:srgbClr val="173347"/>
                </a:solidFill>
                <a:latin typeface="Helvetica Neue"/>
                <a:ea typeface="Helvetica Neue"/>
                <a:cs typeface="Helvetica Neue"/>
              </a:rPr>
              <a:t>в Söyle</a:t>
            </a:r>
          </a:p>
        </p:txBody>
      </p:sp>
      <p:sp>
        <p:nvSpPr>
          <p:cNvPr id="5" name="">
            <a:extLst xmlns:a="http://schemas.openxmlformats.org/drawingml/2006/main">
              <a:ext uri="{FF2B5EF4-FFF2-40B4-BE49-F238E27FC236}">
                <a16:creationId xmlns:a16="http://schemas.microsoft.com/office/drawing/2014/main" id="{8610A15F-ACFB-4848-AF26-D36365EB5723}"/>
              </a:ext>
            </a:extLst>
          </p:cNvPr>
          <p:cNvSpPr>
            <a:spLocks xmlns:a="http://schemas.openxmlformats.org/drawingml/2006/main" noGrp="1"/>
          </p:cNvSpPr>
          <p:nvPr/>
        </p:nvSpPr>
        <p:spPr>
          <a:xfrm xmlns:a="http://schemas.openxmlformats.org/drawingml/2006/main">
            <a:off x="647700" y="3057525"/>
            <a:ext cx="6572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0">
                <a:solidFill>
                  <a:srgbClr val="607581"/>
                </a:solidFill>
                <a:latin typeface="Helvetica Neue"/>
                <a:ea typeface="Helvetica Neue"/>
                <a:cs typeface="Helvetica Neue"/>
              </a:defRPr>
            </a:defPPr>
            <a:lvl1pPr algn="l">
              <a:defRPr sz="2100" b="0">
                <a:solidFill>
                  <a:srgbClr val="607581"/>
                </a:solidFill>
                <a:latin typeface="Helvetica Neue"/>
                <a:ea typeface="Helvetica Neue"/>
                <a:cs typeface="Helvetica Neue"/>
              </a:defRPr>
            </a:lvl1pPr>
            <a:lvl2pPr algn="l">
              <a:defRPr sz="2100" b="0">
                <a:solidFill>
                  <a:srgbClr val="607581"/>
                </a:solidFill>
                <a:latin typeface="Helvetica Neue"/>
                <a:ea typeface="Helvetica Neue"/>
                <a:cs typeface="Helvetica Neue"/>
              </a:defRPr>
            </a:lvl2pPr>
            <a:lvl3pPr algn="l">
              <a:defRPr sz="2100" b="0">
                <a:solidFill>
                  <a:srgbClr val="607581"/>
                </a:solidFill>
                <a:latin typeface="Helvetica Neue"/>
                <a:ea typeface="Helvetica Neue"/>
                <a:cs typeface="Helvetica Neue"/>
              </a:defRPr>
            </a:lvl3pPr>
            <a:lvl4pPr algn="l">
              <a:defRPr sz="2100" b="0">
                <a:solidFill>
                  <a:srgbClr val="607581"/>
                </a:solidFill>
                <a:latin typeface="Helvetica Neue"/>
                <a:ea typeface="Helvetica Neue"/>
                <a:cs typeface="Helvetica Neue"/>
              </a:defRPr>
            </a:lvl4pPr>
            <a:lvl5pPr algn="l">
              <a:defRPr sz="2100" b="0">
                <a:solidFill>
                  <a:srgbClr val="607581"/>
                </a:solidFill>
                <a:latin typeface="Helvetica Neue"/>
                <a:ea typeface="Helvetica Neue"/>
                <a:cs typeface="Helvetica Neue"/>
              </a:defRPr>
            </a:lvl5pPr>
            <a:lvl6pPr algn="l">
              <a:defRPr sz="2100" b="0">
                <a:solidFill>
                  <a:srgbClr val="607581"/>
                </a:solidFill>
                <a:latin typeface="Helvetica Neue"/>
                <a:ea typeface="Helvetica Neue"/>
                <a:cs typeface="Helvetica Neue"/>
              </a:defRPr>
            </a:lvl6pPr>
            <a:lvl7pPr algn="l">
              <a:defRPr sz="2100" b="0">
                <a:solidFill>
                  <a:srgbClr val="607581"/>
                </a:solidFill>
                <a:latin typeface="Helvetica Neue"/>
                <a:ea typeface="Helvetica Neue"/>
                <a:cs typeface="Helvetica Neue"/>
              </a:defRPr>
            </a:lvl7pPr>
            <a:lvl8pPr algn="l">
              <a:defRPr sz="2100" b="0">
                <a:solidFill>
                  <a:srgbClr val="607581"/>
                </a:solidFill>
                <a:latin typeface="Helvetica Neue"/>
                <a:ea typeface="Helvetica Neue"/>
                <a:cs typeface="Helvetica Neue"/>
              </a:defRPr>
            </a:lvl8pPr>
            <a:lvl9pPr algn="l">
              <a:defRPr sz="2100" b="0">
                <a:solidFill>
                  <a:srgbClr val="607581"/>
                </a:solidFill>
                <a:latin typeface="Helvetica Neue"/>
                <a:ea typeface="Helvetica Neue"/>
                <a:cs typeface="Helvetica Neue"/>
              </a:defRPr>
            </a:lvl9pPr>
          </a:lstStyle>
          <a:p xmlns:a="http://schemas.openxmlformats.org/drawingml/2006/main">
            <a:pPr algn="l">
              <a:defRPr sz="2100" b="0">
                <a:solidFill>
                  <a:srgbClr val="607581"/>
                </a:solidFill>
                <a:latin typeface="Helvetica Neue"/>
                <a:ea typeface="Helvetica Neue"/>
                <a:cs typeface="Helvetica Neue"/>
              </a:defRPr>
            </a:pPr>
            <a:r>
              <a:rPr sz="2100" b="0">
                <a:solidFill>
                  <a:srgbClr val="607581"/>
                </a:solidFill>
                <a:latin typeface="Helvetica Neue"/>
                <a:ea typeface="Helvetica Neue"/>
                <a:cs typeface="Helvetica Neue"/>
              </a:rPr>
              <a:t>Короткая домашняя практика,</a:t>
            </a:r>
          </a:p>
          <a:p xmlns:a="http://schemas.openxmlformats.org/drawingml/2006/main">
            <a:pPr algn="l">
              <a:defRPr sz="2100" b="0">
                <a:solidFill>
                  <a:srgbClr val="607581"/>
                </a:solidFill>
                <a:latin typeface="Helvetica Neue"/>
                <a:ea typeface="Helvetica Neue"/>
                <a:cs typeface="Helvetica Neue"/>
              </a:defRPr>
            </a:pPr>
            <a:r>
              <a:rPr sz="2100" b="0">
                <a:solidFill>
                  <a:srgbClr val="607581"/>
                </a:solidFill>
                <a:latin typeface="Helvetica Neue"/>
                <a:ea typeface="Helvetica Neue"/>
                <a:cs typeface="Helvetica Neue"/>
              </a:rPr>
              <a:t>понятный результат для родителя</a:t>
            </a:r>
          </a:p>
        </p:txBody>
      </p:sp>
      <p:pic>
        <p:nvPicPr>
          <p:cNvPr id="6" name="">
            <a:extLst xmlns:a="http://schemas.openxmlformats.org/drawingml/2006/main">
              <a:ext uri="{FF2B5EF4-FFF2-40B4-BE49-F238E27FC236}">
                <a16:creationId xmlns:a16="http://schemas.microsoft.com/office/drawing/2014/main" id="{0003CF07-E9B5-4BB3-901C-06EA9E63B811}"/>
              </a:ext>
            </a:extLst>
          </p:cNvPr>
          <p:cNvPicPr>
            <a:picLocks xmlns:a="http://schemas.openxmlformats.org/drawingml/2006/main" noChangeAspect="1"/>
          </p:cNvPicPr>
          <p:nvPr/>
        </p:nvPicPr>
        <p:blipFill>
          <a:blip xmlns:r="http://schemas.openxmlformats.org/officeDocument/2006/relationships" xmlns:a="http://schemas.openxmlformats.org/drawingml/2006/main" r:embed="R3c865b1569cf48f5"/>
          <a:srcRect xmlns:a="http://schemas.openxmlformats.org/drawingml/2006/main" l="0" t="12606" r="0" b="12606"/>
          <a:stretch xmlns:a="http://schemas.openxmlformats.org/drawingml/2006/main">
            <a:fillRect l="0" t="0" r="0" b="0"/>
          </a:stretch>
        </p:blipFill>
        <p:spPr>
          <a:xfrm xmlns:a="http://schemas.openxmlformats.org/drawingml/2006/main">
            <a:off x="7886700" y="990600"/>
            <a:ext cx="6743700" cy="2838450"/>
          </a:xfrm>
          <a:prstGeom xmlns:a="http://schemas.openxmlformats.org/drawingml/2006/main" prst="roundRect">
            <a:avLst>
              <a:gd name="adj" fmla="val 7383"/>
            </a:avLst>
          </a:prstGeom>
        </p:spPr>
      </p:pic>
      <p:sp>
        <p:nvSpPr>
          <p:cNvPr id="7" name="">
            <a:extLst xmlns:a="http://schemas.openxmlformats.org/drawingml/2006/main">
              <a:ext uri="{FF2B5EF4-FFF2-40B4-BE49-F238E27FC236}">
                <a16:creationId xmlns:a16="http://schemas.microsoft.com/office/drawing/2014/main" id="{DFBED49F-A32B-4CE2-A0AA-C4E6DC104EBE}"/>
              </a:ext>
            </a:extLst>
          </p:cNvPr>
          <p:cNvSpPr>
            <a:spLocks xmlns:a="http://schemas.openxmlformats.org/drawingml/2006/main" noGrp="1"/>
          </p:cNvSpPr>
          <p:nvPr/>
        </p:nvSpPr>
        <p:spPr>
          <a:xfrm xmlns:a="http://schemas.openxmlformats.org/drawingml/2006/main">
            <a:off x="609600" y="4352925"/>
            <a:ext cx="533400" cy="533400"/>
          </a:xfrm>
          <a:prstGeom xmlns:a="http://schemas.openxmlformats.org/drawingml/2006/main" prst="ellipse">
            <a:avLst/>
          </a:prstGeom>
          <a:solidFill xmlns:a="http://schemas.openxmlformats.org/drawingml/2006/main">
            <a:srgbClr val="DDEAE8"/>
          </a:solidFill>
          <a:ln xmlns:a="http://schemas.openxmlformats.org/drawingml/2006/main" w="0">
            <a:noFill/>
          </a:ln>
        </p:spPr>
        <p:txBody>
          <a:bodyPr xmlns:a="http://schemas.openxmlformats.org/drawingml/2006/main" lIns="0" tIns="0" rIns="0" bIns="0" anchor="ctr"/>
          <a:lstStyle xmlns:a="http://schemas.openxmlformats.org/drawingml/2006/main">
            <a:defPPr algn="ctr">
              <a:defRPr sz="1875" b="1">
                <a:solidFill>
                  <a:srgbClr val="1B6A91"/>
                </a:solidFill>
                <a:latin typeface="Helvetica Neue"/>
                <a:ea typeface="Helvetica Neue"/>
                <a:cs typeface="Helvetica Neue"/>
              </a:defRPr>
            </a:defPPr>
            <a:lvl1pPr algn="ctr">
              <a:defRPr sz="1875" b="1">
                <a:solidFill>
                  <a:srgbClr val="1B6A91"/>
                </a:solidFill>
                <a:latin typeface="Helvetica Neue"/>
                <a:ea typeface="Helvetica Neue"/>
                <a:cs typeface="Helvetica Neue"/>
              </a:defRPr>
            </a:lvl1pPr>
            <a:lvl2pPr algn="ctr">
              <a:defRPr sz="1875" b="1">
                <a:solidFill>
                  <a:srgbClr val="1B6A91"/>
                </a:solidFill>
                <a:latin typeface="Helvetica Neue"/>
                <a:ea typeface="Helvetica Neue"/>
                <a:cs typeface="Helvetica Neue"/>
              </a:defRPr>
            </a:lvl2pPr>
            <a:lvl3pPr algn="ctr">
              <a:defRPr sz="1875" b="1">
                <a:solidFill>
                  <a:srgbClr val="1B6A91"/>
                </a:solidFill>
                <a:latin typeface="Helvetica Neue"/>
                <a:ea typeface="Helvetica Neue"/>
                <a:cs typeface="Helvetica Neue"/>
              </a:defRPr>
            </a:lvl3pPr>
            <a:lvl4pPr algn="ctr">
              <a:defRPr sz="1875" b="1">
                <a:solidFill>
                  <a:srgbClr val="1B6A91"/>
                </a:solidFill>
                <a:latin typeface="Helvetica Neue"/>
                <a:ea typeface="Helvetica Neue"/>
                <a:cs typeface="Helvetica Neue"/>
              </a:defRPr>
            </a:lvl4pPr>
            <a:lvl5pPr algn="ctr">
              <a:defRPr sz="1875" b="1">
                <a:solidFill>
                  <a:srgbClr val="1B6A91"/>
                </a:solidFill>
                <a:latin typeface="Helvetica Neue"/>
                <a:ea typeface="Helvetica Neue"/>
                <a:cs typeface="Helvetica Neue"/>
              </a:defRPr>
            </a:lvl5pPr>
            <a:lvl6pPr algn="ctr">
              <a:defRPr sz="1875" b="1">
                <a:solidFill>
                  <a:srgbClr val="1B6A91"/>
                </a:solidFill>
                <a:latin typeface="Helvetica Neue"/>
                <a:ea typeface="Helvetica Neue"/>
                <a:cs typeface="Helvetica Neue"/>
              </a:defRPr>
            </a:lvl6pPr>
            <a:lvl7pPr algn="ctr">
              <a:defRPr sz="1875" b="1">
                <a:solidFill>
                  <a:srgbClr val="1B6A91"/>
                </a:solidFill>
                <a:latin typeface="Helvetica Neue"/>
                <a:ea typeface="Helvetica Neue"/>
                <a:cs typeface="Helvetica Neue"/>
              </a:defRPr>
            </a:lvl7pPr>
            <a:lvl8pPr algn="ctr">
              <a:defRPr sz="1875" b="1">
                <a:solidFill>
                  <a:srgbClr val="1B6A91"/>
                </a:solidFill>
                <a:latin typeface="Helvetica Neue"/>
                <a:ea typeface="Helvetica Neue"/>
                <a:cs typeface="Helvetica Neue"/>
              </a:defRPr>
            </a:lvl8pPr>
            <a:lvl9pPr algn="ctr">
              <a:defRPr sz="1875" b="1">
                <a:solidFill>
                  <a:srgbClr val="1B6A91"/>
                </a:solidFill>
                <a:latin typeface="Helvetica Neue"/>
                <a:ea typeface="Helvetica Neue"/>
                <a:cs typeface="Helvetica Neue"/>
              </a:defRPr>
            </a:lvl9pPr>
          </a:lstStyle>
          <a:p xmlns:a="http://schemas.openxmlformats.org/drawingml/2006/main">
            <a:pPr algn="ctr">
              <a:defRPr sz="1875" b="1">
                <a:solidFill>
                  <a:srgbClr val="1B6A91"/>
                </a:solidFill>
                <a:latin typeface="Helvetica Neue"/>
                <a:ea typeface="Helvetica Neue"/>
                <a:cs typeface="Helvetica Neue"/>
              </a:defRPr>
            </a:pPr>
            <a:r>
              <a:rPr sz="1875" b="1">
                <a:solidFill>
                  <a:srgbClr val="1B6A91"/>
                </a:solidFill>
                <a:latin typeface="Helvetica Neue"/>
                <a:ea typeface="Helvetica Neue"/>
                <a:cs typeface="Helvetica Neue"/>
              </a:rPr>
              <a:t>1</a:t>
            </a:r>
          </a:p>
        </p:txBody>
      </p:sp>
      <p:cxnSp>
        <p:nvCxnSpPr>
          <p:cNvPr id="8" name="">
            <a:extLst xmlns:a="http://schemas.openxmlformats.org/drawingml/2006/main">
              <a:ext uri="{FF2B5EF4-FFF2-40B4-BE49-F238E27FC236}">
                <a16:creationId xmlns:a16="http://schemas.microsoft.com/office/drawing/2014/main" id="{1D260249-1856-45C3-A2F7-DDFEC48B3AD0}"/>
              </a:ext>
            </a:extLst>
          </p:cNvPr>
          <p:cNvCxnSpPr/>
          <p:nvPr/>
        </p:nvCxnSpPr>
        <p:spPr>
          <a:xfrm xmlns:a="http://schemas.openxmlformats.org/drawingml/2006/main">
            <a:off x="1343025" y="4619625"/>
            <a:ext cx="1905000" cy="0"/>
          </a:xfrm>
          <a:prstGeom xmlns:a="http://schemas.openxmlformats.org/drawingml/2006/main" prst="straightConnector1">
            <a:avLst/>
          </a:prstGeom>
          <a:ln xmlns:a="http://schemas.openxmlformats.org/drawingml/2006/main" w="19050">
            <a:solidFill>
              <a:srgbClr val="C5D6D8"/>
            </a:solidFill>
            <a:tailEnd type="arrow" w="med" len="med"/>
          </a:ln>
        </p:spPr>
      </p:cxnSp>
      <p:sp>
        <p:nvSpPr>
          <p:cNvPr id="9" name="">
            <a:extLst xmlns:a="http://schemas.openxmlformats.org/drawingml/2006/main">
              <a:ext uri="{FF2B5EF4-FFF2-40B4-BE49-F238E27FC236}">
                <a16:creationId xmlns:a16="http://schemas.microsoft.com/office/drawing/2014/main" id="{6E5D1016-0097-447B-9D37-88E0769A32C5}"/>
              </a:ext>
            </a:extLst>
          </p:cNvPr>
          <p:cNvSpPr>
            <a:spLocks xmlns:a="http://schemas.openxmlformats.org/drawingml/2006/main" noGrp="1"/>
          </p:cNvSpPr>
          <p:nvPr/>
        </p:nvSpPr>
        <p:spPr>
          <a:xfrm xmlns:a="http://schemas.openxmlformats.org/drawingml/2006/main">
            <a:off x="609600" y="5114925"/>
            <a:ext cx="2514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75" b="1">
                <a:solidFill>
                  <a:srgbClr val="173347"/>
                </a:solidFill>
                <a:latin typeface="Helvetica Neue"/>
                <a:ea typeface="Helvetica Neue"/>
                <a:cs typeface="Helvetica Neue"/>
              </a:defRPr>
            </a:defPPr>
            <a:lvl1pPr algn="l">
              <a:defRPr sz="2175" b="1">
                <a:solidFill>
                  <a:srgbClr val="173347"/>
                </a:solidFill>
                <a:latin typeface="Helvetica Neue"/>
                <a:ea typeface="Helvetica Neue"/>
                <a:cs typeface="Helvetica Neue"/>
              </a:defRPr>
            </a:lvl1pPr>
            <a:lvl2pPr algn="l">
              <a:defRPr sz="2175" b="1">
                <a:solidFill>
                  <a:srgbClr val="173347"/>
                </a:solidFill>
                <a:latin typeface="Helvetica Neue"/>
                <a:ea typeface="Helvetica Neue"/>
                <a:cs typeface="Helvetica Neue"/>
              </a:defRPr>
            </a:lvl2pPr>
            <a:lvl3pPr algn="l">
              <a:defRPr sz="2175" b="1">
                <a:solidFill>
                  <a:srgbClr val="173347"/>
                </a:solidFill>
                <a:latin typeface="Helvetica Neue"/>
                <a:ea typeface="Helvetica Neue"/>
                <a:cs typeface="Helvetica Neue"/>
              </a:defRPr>
            </a:lvl3pPr>
            <a:lvl4pPr algn="l">
              <a:defRPr sz="2175" b="1">
                <a:solidFill>
                  <a:srgbClr val="173347"/>
                </a:solidFill>
                <a:latin typeface="Helvetica Neue"/>
                <a:ea typeface="Helvetica Neue"/>
                <a:cs typeface="Helvetica Neue"/>
              </a:defRPr>
            </a:lvl4pPr>
            <a:lvl5pPr algn="l">
              <a:defRPr sz="2175" b="1">
                <a:solidFill>
                  <a:srgbClr val="173347"/>
                </a:solidFill>
                <a:latin typeface="Helvetica Neue"/>
                <a:ea typeface="Helvetica Neue"/>
                <a:cs typeface="Helvetica Neue"/>
              </a:defRPr>
            </a:lvl5pPr>
            <a:lvl6pPr algn="l">
              <a:defRPr sz="2175" b="1">
                <a:solidFill>
                  <a:srgbClr val="173347"/>
                </a:solidFill>
                <a:latin typeface="Helvetica Neue"/>
                <a:ea typeface="Helvetica Neue"/>
                <a:cs typeface="Helvetica Neue"/>
              </a:defRPr>
            </a:lvl6pPr>
            <a:lvl7pPr algn="l">
              <a:defRPr sz="2175" b="1">
                <a:solidFill>
                  <a:srgbClr val="173347"/>
                </a:solidFill>
                <a:latin typeface="Helvetica Neue"/>
                <a:ea typeface="Helvetica Neue"/>
                <a:cs typeface="Helvetica Neue"/>
              </a:defRPr>
            </a:lvl7pPr>
            <a:lvl8pPr algn="l">
              <a:defRPr sz="2175" b="1">
                <a:solidFill>
                  <a:srgbClr val="173347"/>
                </a:solidFill>
                <a:latin typeface="Helvetica Neue"/>
                <a:ea typeface="Helvetica Neue"/>
                <a:cs typeface="Helvetica Neue"/>
              </a:defRPr>
            </a:lvl8pPr>
            <a:lvl9pPr algn="l">
              <a:defRPr sz="2175" b="1">
                <a:solidFill>
                  <a:srgbClr val="173347"/>
                </a:solidFill>
                <a:latin typeface="Helvetica Neue"/>
                <a:ea typeface="Helvetica Neue"/>
                <a:cs typeface="Helvetica Neue"/>
              </a:defRPr>
            </a:lvl9pPr>
          </a:lstStyle>
          <a:p xmlns:a="http://schemas.openxmlformats.org/drawingml/2006/main">
            <a:pPr algn="l">
              <a:defRPr sz="2175" b="1">
                <a:solidFill>
                  <a:srgbClr val="173347"/>
                </a:solidFill>
                <a:latin typeface="Helvetica Neue"/>
                <a:ea typeface="Helvetica Neue"/>
                <a:cs typeface="Helvetica Neue"/>
              </a:defRPr>
            </a:pPr>
            <a:r>
              <a:rPr sz="2175" b="1">
                <a:solidFill>
                  <a:srgbClr val="173347"/>
                </a:solidFill>
                <a:latin typeface="Helvetica Neue"/>
                <a:ea typeface="Helvetica Neue"/>
                <a:cs typeface="Helvetica Neue"/>
              </a:rPr>
              <a:t>Вход и</a:t>
            </a:r>
          </a:p>
          <a:p xmlns:a="http://schemas.openxmlformats.org/drawingml/2006/main">
            <a:pPr algn="l">
              <a:defRPr sz="2175" b="1">
                <a:solidFill>
                  <a:srgbClr val="173347"/>
                </a:solidFill>
                <a:latin typeface="Helvetica Neue"/>
                <a:ea typeface="Helvetica Neue"/>
                <a:cs typeface="Helvetica Neue"/>
              </a:defRPr>
            </a:pPr>
            <a:r>
              <a:rPr sz="2175" b="1">
                <a:solidFill>
                  <a:srgbClr val="173347"/>
                </a:solidFill>
                <a:latin typeface="Helvetica Neue"/>
                <a:ea typeface="Helvetica Neue"/>
                <a:cs typeface="Helvetica Neue"/>
              </a:rPr>
              <a:t>профиль</a:t>
            </a:r>
          </a:p>
        </p:txBody>
      </p:sp>
      <p:sp>
        <p:nvSpPr>
          <p:cNvPr id="10" name="">
            <a:extLst xmlns:a="http://schemas.openxmlformats.org/drawingml/2006/main">
              <a:ext uri="{FF2B5EF4-FFF2-40B4-BE49-F238E27FC236}">
                <a16:creationId xmlns:a16="http://schemas.microsoft.com/office/drawing/2014/main" id="{0F8E57C4-15E5-4D7D-A746-D7CE1817433B}"/>
              </a:ext>
            </a:extLst>
          </p:cNvPr>
          <p:cNvSpPr>
            <a:spLocks xmlns:a="http://schemas.openxmlformats.org/drawingml/2006/main" noGrp="1"/>
          </p:cNvSpPr>
          <p:nvPr/>
        </p:nvSpPr>
        <p:spPr>
          <a:xfrm xmlns:a="http://schemas.openxmlformats.org/drawingml/2006/main">
            <a:off x="609600" y="6038850"/>
            <a:ext cx="25431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650" b="0">
                <a:solidFill>
                  <a:srgbClr val="607581"/>
                </a:solidFill>
                <a:latin typeface="Helvetica Neue"/>
                <a:ea typeface="Helvetica Neue"/>
                <a:cs typeface="Helvetica Neue"/>
              </a:defRPr>
            </a:defPPr>
            <a:lvl1pPr algn="l">
              <a:defRPr sz="1650" b="0">
                <a:solidFill>
                  <a:srgbClr val="607581"/>
                </a:solidFill>
                <a:latin typeface="Helvetica Neue"/>
                <a:ea typeface="Helvetica Neue"/>
                <a:cs typeface="Helvetica Neue"/>
              </a:defRPr>
            </a:lvl1pPr>
            <a:lvl2pPr algn="l">
              <a:defRPr sz="1650" b="0">
                <a:solidFill>
                  <a:srgbClr val="607581"/>
                </a:solidFill>
                <a:latin typeface="Helvetica Neue"/>
                <a:ea typeface="Helvetica Neue"/>
                <a:cs typeface="Helvetica Neue"/>
              </a:defRPr>
            </a:lvl2pPr>
            <a:lvl3pPr algn="l">
              <a:defRPr sz="1650" b="0">
                <a:solidFill>
                  <a:srgbClr val="607581"/>
                </a:solidFill>
                <a:latin typeface="Helvetica Neue"/>
                <a:ea typeface="Helvetica Neue"/>
                <a:cs typeface="Helvetica Neue"/>
              </a:defRPr>
            </a:lvl3pPr>
            <a:lvl4pPr algn="l">
              <a:defRPr sz="1650" b="0">
                <a:solidFill>
                  <a:srgbClr val="607581"/>
                </a:solidFill>
                <a:latin typeface="Helvetica Neue"/>
                <a:ea typeface="Helvetica Neue"/>
                <a:cs typeface="Helvetica Neue"/>
              </a:defRPr>
            </a:lvl4pPr>
            <a:lvl5pPr algn="l">
              <a:defRPr sz="1650" b="0">
                <a:solidFill>
                  <a:srgbClr val="607581"/>
                </a:solidFill>
                <a:latin typeface="Helvetica Neue"/>
                <a:ea typeface="Helvetica Neue"/>
                <a:cs typeface="Helvetica Neue"/>
              </a:defRPr>
            </a:lvl5pPr>
            <a:lvl6pPr algn="l">
              <a:defRPr sz="1650" b="0">
                <a:solidFill>
                  <a:srgbClr val="607581"/>
                </a:solidFill>
                <a:latin typeface="Helvetica Neue"/>
                <a:ea typeface="Helvetica Neue"/>
                <a:cs typeface="Helvetica Neue"/>
              </a:defRPr>
            </a:lvl6pPr>
            <a:lvl7pPr algn="l">
              <a:defRPr sz="1650" b="0">
                <a:solidFill>
                  <a:srgbClr val="607581"/>
                </a:solidFill>
                <a:latin typeface="Helvetica Neue"/>
                <a:ea typeface="Helvetica Neue"/>
                <a:cs typeface="Helvetica Neue"/>
              </a:defRPr>
            </a:lvl7pPr>
            <a:lvl8pPr algn="l">
              <a:defRPr sz="1650" b="0">
                <a:solidFill>
                  <a:srgbClr val="607581"/>
                </a:solidFill>
                <a:latin typeface="Helvetica Neue"/>
                <a:ea typeface="Helvetica Neue"/>
                <a:cs typeface="Helvetica Neue"/>
              </a:defRPr>
            </a:lvl8pPr>
            <a:lvl9pPr algn="l">
              <a:defRPr sz="1650" b="0">
                <a:solidFill>
                  <a:srgbClr val="607581"/>
                </a:solidFill>
                <a:latin typeface="Helvetica Neue"/>
                <a:ea typeface="Helvetica Neue"/>
                <a:cs typeface="Helvetica Neue"/>
              </a:defRPr>
            </a:lvl9pPr>
          </a:lstStyle>
          <a:p xmlns:a="http://schemas.openxmlformats.org/drawingml/2006/main">
            <a:pPr algn="l">
              <a:defRPr sz="1650" b="0">
                <a:solidFill>
                  <a:srgbClr val="607581"/>
                </a:solidFill>
                <a:latin typeface="Helvetica Neue"/>
                <a:ea typeface="Helvetica Neue"/>
                <a:cs typeface="Helvetica Neue"/>
              </a:defRPr>
            </a:pPr>
            <a:r>
              <a:rPr sz="1650" b="0">
                <a:solidFill>
                  <a:srgbClr val="607581"/>
                </a:solidFill>
                <a:latin typeface="Helvetica Neue"/>
                <a:ea typeface="Helvetica Neue"/>
                <a:cs typeface="Helvetica Neue"/>
              </a:rPr>
              <a:t>Родитель создаёт профиль</a:t>
            </a:r>
          </a:p>
          <a:p xmlns:a="http://schemas.openxmlformats.org/drawingml/2006/main">
            <a:pPr algn="l">
              <a:defRPr sz="1650" b="0">
                <a:solidFill>
                  <a:srgbClr val="607581"/>
                </a:solidFill>
                <a:latin typeface="Helvetica Neue"/>
                <a:ea typeface="Helvetica Neue"/>
                <a:cs typeface="Helvetica Neue"/>
              </a:defRPr>
            </a:pPr>
            <a:r>
              <a:rPr sz="1650" b="0">
                <a:solidFill>
                  <a:srgbClr val="607581"/>
                </a:solidFill>
                <a:latin typeface="Helvetica Neue"/>
                <a:ea typeface="Helvetica Neue"/>
                <a:cs typeface="Helvetica Neue"/>
              </a:rPr>
              <a:t>ребёнка и настраивает</a:t>
            </a:r>
          </a:p>
          <a:p xmlns:a="http://schemas.openxmlformats.org/drawingml/2006/main">
            <a:pPr algn="l">
              <a:defRPr sz="1650" b="0">
                <a:solidFill>
                  <a:srgbClr val="607581"/>
                </a:solidFill>
                <a:latin typeface="Helvetica Neue"/>
                <a:ea typeface="Helvetica Neue"/>
                <a:cs typeface="Helvetica Neue"/>
              </a:defRPr>
            </a:pPr>
            <a:r>
              <a:rPr sz="1650" b="0">
                <a:solidFill>
                  <a:srgbClr val="607581"/>
                </a:solidFill>
                <a:latin typeface="Helvetica Neue"/>
                <a:ea typeface="Helvetica Neue"/>
                <a:cs typeface="Helvetica Neue"/>
              </a:rPr>
              <a:t>согласия и доступ.</a:t>
            </a:r>
          </a:p>
        </p:txBody>
      </p:sp>
      <p:sp>
        <p:nvSpPr>
          <p:cNvPr id="11" name="">
            <a:extLst xmlns:a="http://schemas.openxmlformats.org/drawingml/2006/main">
              <a:ext uri="{FF2B5EF4-FFF2-40B4-BE49-F238E27FC236}">
                <a16:creationId xmlns:a16="http://schemas.microsoft.com/office/drawing/2014/main" id="{6BAA9F9E-2CBA-46C2-BA00-F98C9C0E8369}"/>
              </a:ext>
            </a:extLst>
          </p:cNvPr>
          <p:cNvSpPr>
            <a:spLocks xmlns:a="http://schemas.openxmlformats.org/drawingml/2006/main" noGrp="1"/>
          </p:cNvSpPr>
          <p:nvPr/>
        </p:nvSpPr>
        <p:spPr>
          <a:xfrm xmlns:a="http://schemas.openxmlformats.org/drawingml/2006/main">
            <a:off x="609600" y="7181850"/>
            <a:ext cx="25431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575" b="1">
                <a:solidFill>
                  <a:srgbClr val="247C63"/>
                </a:solidFill>
                <a:latin typeface="Helvetica Neue"/>
                <a:ea typeface="Helvetica Neue"/>
                <a:cs typeface="Helvetica Neue"/>
              </a:defRPr>
            </a:defPPr>
            <a:lvl1pPr algn="l">
              <a:defRPr sz="1575" b="1">
                <a:solidFill>
                  <a:srgbClr val="247C63"/>
                </a:solidFill>
                <a:latin typeface="Helvetica Neue"/>
                <a:ea typeface="Helvetica Neue"/>
                <a:cs typeface="Helvetica Neue"/>
              </a:defRPr>
            </a:lvl1pPr>
            <a:lvl2pPr algn="l">
              <a:defRPr sz="1575" b="1">
                <a:solidFill>
                  <a:srgbClr val="247C63"/>
                </a:solidFill>
                <a:latin typeface="Helvetica Neue"/>
                <a:ea typeface="Helvetica Neue"/>
                <a:cs typeface="Helvetica Neue"/>
              </a:defRPr>
            </a:lvl2pPr>
            <a:lvl3pPr algn="l">
              <a:defRPr sz="1575" b="1">
                <a:solidFill>
                  <a:srgbClr val="247C63"/>
                </a:solidFill>
                <a:latin typeface="Helvetica Neue"/>
                <a:ea typeface="Helvetica Neue"/>
                <a:cs typeface="Helvetica Neue"/>
              </a:defRPr>
            </a:lvl3pPr>
            <a:lvl4pPr algn="l">
              <a:defRPr sz="1575" b="1">
                <a:solidFill>
                  <a:srgbClr val="247C63"/>
                </a:solidFill>
                <a:latin typeface="Helvetica Neue"/>
                <a:ea typeface="Helvetica Neue"/>
                <a:cs typeface="Helvetica Neue"/>
              </a:defRPr>
            </a:lvl4pPr>
            <a:lvl5pPr algn="l">
              <a:defRPr sz="1575" b="1">
                <a:solidFill>
                  <a:srgbClr val="247C63"/>
                </a:solidFill>
                <a:latin typeface="Helvetica Neue"/>
                <a:ea typeface="Helvetica Neue"/>
                <a:cs typeface="Helvetica Neue"/>
              </a:defRPr>
            </a:lvl5pPr>
            <a:lvl6pPr algn="l">
              <a:defRPr sz="1575" b="1">
                <a:solidFill>
                  <a:srgbClr val="247C63"/>
                </a:solidFill>
                <a:latin typeface="Helvetica Neue"/>
                <a:ea typeface="Helvetica Neue"/>
                <a:cs typeface="Helvetica Neue"/>
              </a:defRPr>
            </a:lvl6pPr>
            <a:lvl7pPr algn="l">
              <a:defRPr sz="1575" b="1">
                <a:solidFill>
                  <a:srgbClr val="247C63"/>
                </a:solidFill>
                <a:latin typeface="Helvetica Neue"/>
                <a:ea typeface="Helvetica Neue"/>
                <a:cs typeface="Helvetica Neue"/>
              </a:defRPr>
            </a:lvl7pPr>
            <a:lvl8pPr algn="l">
              <a:defRPr sz="1575" b="1">
                <a:solidFill>
                  <a:srgbClr val="247C63"/>
                </a:solidFill>
                <a:latin typeface="Helvetica Neue"/>
                <a:ea typeface="Helvetica Neue"/>
                <a:cs typeface="Helvetica Neue"/>
              </a:defRPr>
            </a:lvl8pPr>
            <a:lvl9pPr algn="l">
              <a:defRPr sz="1575" b="1">
                <a:solidFill>
                  <a:srgbClr val="247C63"/>
                </a:solidFill>
                <a:latin typeface="Helvetica Neue"/>
                <a:ea typeface="Helvetica Neue"/>
                <a:cs typeface="Helvetica Neue"/>
              </a:defRPr>
            </a:lvl9pPr>
          </a:lstStyle>
          <a:p xmlns:a="http://schemas.openxmlformats.org/drawingml/2006/main">
            <a:pPr algn="l">
              <a:defRPr sz="1575" b="1">
                <a:solidFill>
                  <a:srgbClr val="247C63"/>
                </a:solidFill>
                <a:latin typeface="Helvetica Neue"/>
                <a:ea typeface="Helvetica Neue"/>
                <a:cs typeface="Helvetica Neue"/>
              </a:defRPr>
            </a:pPr>
            <a:r>
              <a:rPr sz="1575" b="1">
                <a:solidFill>
                  <a:srgbClr val="247C63"/>
                </a:solidFill>
                <a:latin typeface="Helvetica Neue"/>
                <a:ea typeface="Helvetica Neue"/>
                <a:cs typeface="Helvetica Neue"/>
              </a:rPr>
              <a:t>Профиль готов</a:t>
            </a:r>
          </a:p>
        </p:txBody>
      </p:sp>
      <p:sp>
        <p:nvSpPr>
          <p:cNvPr id="12" name="">
            <a:extLst xmlns:a="http://schemas.openxmlformats.org/drawingml/2006/main">
              <a:ext uri="{FF2B5EF4-FFF2-40B4-BE49-F238E27FC236}">
                <a16:creationId xmlns:a16="http://schemas.microsoft.com/office/drawing/2014/main" id="{737AB486-761E-4EA8-9AD5-0BC323B63312}"/>
              </a:ext>
            </a:extLst>
          </p:cNvPr>
          <p:cNvSpPr>
            <a:spLocks xmlns:a="http://schemas.openxmlformats.org/drawingml/2006/main" noGrp="1"/>
          </p:cNvSpPr>
          <p:nvPr/>
        </p:nvSpPr>
        <p:spPr>
          <a:xfrm xmlns:a="http://schemas.openxmlformats.org/drawingml/2006/main">
            <a:off x="3486150" y="4352925"/>
            <a:ext cx="533400" cy="533400"/>
          </a:xfrm>
          <a:prstGeom xmlns:a="http://schemas.openxmlformats.org/drawingml/2006/main" prst="ellipse">
            <a:avLst/>
          </a:prstGeom>
          <a:solidFill xmlns:a="http://schemas.openxmlformats.org/drawingml/2006/main">
            <a:srgbClr val="DDEAE8"/>
          </a:solidFill>
          <a:ln xmlns:a="http://schemas.openxmlformats.org/drawingml/2006/main" w="0">
            <a:noFill/>
          </a:ln>
        </p:spPr>
        <p:txBody>
          <a:bodyPr xmlns:a="http://schemas.openxmlformats.org/drawingml/2006/main" lIns="0" tIns="0" rIns="0" bIns="0" anchor="ctr"/>
          <a:lstStyle xmlns:a="http://schemas.openxmlformats.org/drawingml/2006/main">
            <a:defPPr algn="ctr">
              <a:defRPr sz="1875" b="1">
                <a:solidFill>
                  <a:srgbClr val="1B6A91"/>
                </a:solidFill>
                <a:latin typeface="Helvetica Neue"/>
                <a:ea typeface="Helvetica Neue"/>
                <a:cs typeface="Helvetica Neue"/>
              </a:defRPr>
            </a:defPPr>
            <a:lvl1pPr algn="ctr">
              <a:defRPr sz="1875" b="1">
                <a:solidFill>
                  <a:srgbClr val="1B6A91"/>
                </a:solidFill>
                <a:latin typeface="Helvetica Neue"/>
                <a:ea typeface="Helvetica Neue"/>
                <a:cs typeface="Helvetica Neue"/>
              </a:defRPr>
            </a:lvl1pPr>
            <a:lvl2pPr algn="ctr">
              <a:defRPr sz="1875" b="1">
                <a:solidFill>
                  <a:srgbClr val="1B6A91"/>
                </a:solidFill>
                <a:latin typeface="Helvetica Neue"/>
                <a:ea typeface="Helvetica Neue"/>
                <a:cs typeface="Helvetica Neue"/>
              </a:defRPr>
            </a:lvl2pPr>
            <a:lvl3pPr algn="ctr">
              <a:defRPr sz="1875" b="1">
                <a:solidFill>
                  <a:srgbClr val="1B6A91"/>
                </a:solidFill>
                <a:latin typeface="Helvetica Neue"/>
                <a:ea typeface="Helvetica Neue"/>
                <a:cs typeface="Helvetica Neue"/>
              </a:defRPr>
            </a:lvl3pPr>
            <a:lvl4pPr algn="ctr">
              <a:defRPr sz="1875" b="1">
                <a:solidFill>
                  <a:srgbClr val="1B6A91"/>
                </a:solidFill>
                <a:latin typeface="Helvetica Neue"/>
                <a:ea typeface="Helvetica Neue"/>
                <a:cs typeface="Helvetica Neue"/>
              </a:defRPr>
            </a:lvl4pPr>
            <a:lvl5pPr algn="ctr">
              <a:defRPr sz="1875" b="1">
                <a:solidFill>
                  <a:srgbClr val="1B6A91"/>
                </a:solidFill>
                <a:latin typeface="Helvetica Neue"/>
                <a:ea typeface="Helvetica Neue"/>
                <a:cs typeface="Helvetica Neue"/>
              </a:defRPr>
            </a:lvl5pPr>
            <a:lvl6pPr algn="ctr">
              <a:defRPr sz="1875" b="1">
                <a:solidFill>
                  <a:srgbClr val="1B6A91"/>
                </a:solidFill>
                <a:latin typeface="Helvetica Neue"/>
                <a:ea typeface="Helvetica Neue"/>
                <a:cs typeface="Helvetica Neue"/>
              </a:defRPr>
            </a:lvl6pPr>
            <a:lvl7pPr algn="ctr">
              <a:defRPr sz="1875" b="1">
                <a:solidFill>
                  <a:srgbClr val="1B6A91"/>
                </a:solidFill>
                <a:latin typeface="Helvetica Neue"/>
                <a:ea typeface="Helvetica Neue"/>
                <a:cs typeface="Helvetica Neue"/>
              </a:defRPr>
            </a:lvl7pPr>
            <a:lvl8pPr algn="ctr">
              <a:defRPr sz="1875" b="1">
                <a:solidFill>
                  <a:srgbClr val="1B6A91"/>
                </a:solidFill>
                <a:latin typeface="Helvetica Neue"/>
                <a:ea typeface="Helvetica Neue"/>
                <a:cs typeface="Helvetica Neue"/>
              </a:defRPr>
            </a:lvl8pPr>
            <a:lvl9pPr algn="ctr">
              <a:defRPr sz="1875" b="1">
                <a:solidFill>
                  <a:srgbClr val="1B6A91"/>
                </a:solidFill>
                <a:latin typeface="Helvetica Neue"/>
                <a:ea typeface="Helvetica Neue"/>
                <a:cs typeface="Helvetica Neue"/>
              </a:defRPr>
            </a:lvl9pPr>
          </a:lstStyle>
          <a:p xmlns:a="http://schemas.openxmlformats.org/drawingml/2006/main">
            <a:pPr algn="ctr">
              <a:defRPr sz="1875" b="1">
                <a:solidFill>
                  <a:srgbClr val="1B6A91"/>
                </a:solidFill>
                <a:latin typeface="Helvetica Neue"/>
                <a:ea typeface="Helvetica Neue"/>
                <a:cs typeface="Helvetica Neue"/>
              </a:defRPr>
            </a:pPr>
            <a:r>
              <a:rPr sz="1875" b="1">
                <a:solidFill>
                  <a:srgbClr val="1B6A91"/>
                </a:solidFill>
                <a:latin typeface="Helvetica Neue"/>
                <a:ea typeface="Helvetica Neue"/>
                <a:cs typeface="Helvetica Neue"/>
              </a:rPr>
              <a:t>2</a:t>
            </a:r>
          </a:p>
        </p:txBody>
      </p:sp>
      <p:cxnSp>
        <p:nvCxnSpPr>
          <p:cNvPr id="13" name="">
            <a:extLst xmlns:a="http://schemas.openxmlformats.org/drawingml/2006/main">
              <a:ext uri="{FF2B5EF4-FFF2-40B4-BE49-F238E27FC236}">
                <a16:creationId xmlns:a16="http://schemas.microsoft.com/office/drawing/2014/main" id="{F4ABCC7F-DAC6-4BFA-A040-E80A03821B59}"/>
              </a:ext>
            </a:extLst>
          </p:cNvPr>
          <p:cNvCxnSpPr/>
          <p:nvPr/>
        </p:nvCxnSpPr>
        <p:spPr>
          <a:xfrm xmlns:a="http://schemas.openxmlformats.org/drawingml/2006/main">
            <a:off x="4219575" y="4619625"/>
            <a:ext cx="1905000" cy="0"/>
          </a:xfrm>
          <a:prstGeom xmlns:a="http://schemas.openxmlformats.org/drawingml/2006/main" prst="straightConnector1">
            <a:avLst/>
          </a:prstGeom>
          <a:ln xmlns:a="http://schemas.openxmlformats.org/drawingml/2006/main" w="19050">
            <a:solidFill>
              <a:srgbClr val="C5D6D8"/>
            </a:solidFill>
            <a:tailEnd type="arrow" w="med" len="med"/>
          </a:ln>
        </p:spPr>
      </p:cxnSp>
      <p:sp>
        <p:nvSpPr>
          <p:cNvPr id="14" name="">
            <a:extLst xmlns:a="http://schemas.openxmlformats.org/drawingml/2006/main">
              <a:ext uri="{FF2B5EF4-FFF2-40B4-BE49-F238E27FC236}">
                <a16:creationId xmlns:a16="http://schemas.microsoft.com/office/drawing/2014/main" id="{5F7B962F-B5BE-4145-9AE1-FE3AAC56FFD8}"/>
              </a:ext>
            </a:extLst>
          </p:cNvPr>
          <p:cNvSpPr>
            <a:spLocks xmlns:a="http://schemas.openxmlformats.org/drawingml/2006/main" noGrp="1"/>
          </p:cNvSpPr>
          <p:nvPr/>
        </p:nvSpPr>
        <p:spPr>
          <a:xfrm xmlns:a="http://schemas.openxmlformats.org/drawingml/2006/main">
            <a:off x="3486150" y="5114925"/>
            <a:ext cx="2514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75" b="1">
                <a:solidFill>
                  <a:srgbClr val="173347"/>
                </a:solidFill>
                <a:latin typeface="Helvetica Neue"/>
                <a:ea typeface="Helvetica Neue"/>
                <a:cs typeface="Helvetica Neue"/>
              </a:defRPr>
            </a:defPPr>
            <a:lvl1pPr algn="l">
              <a:defRPr sz="2175" b="1">
                <a:solidFill>
                  <a:srgbClr val="173347"/>
                </a:solidFill>
                <a:latin typeface="Helvetica Neue"/>
                <a:ea typeface="Helvetica Neue"/>
                <a:cs typeface="Helvetica Neue"/>
              </a:defRPr>
            </a:lvl1pPr>
            <a:lvl2pPr algn="l">
              <a:defRPr sz="2175" b="1">
                <a:solidFill>
                  <a:srgbClr val="173347"/>
                </a:solidFill>
                <a:latin typeface="Helvetica Neue"/>
                <a:ea typeface="Helvetica Neue"/>
                <a:cs typeface="Helvetica Neue"/>
              </a:defRPr>
            </a:lvl2pPr>
            <a:lvl3pPr algn="l">
              <a:defRPr sz="2175" b="1">
                <a:solidFill>
                  <a:srgbClr val="173347"/>
                </a:solidFill>
                <a:latin typeface="Helvetica Neue"/>
                <a:ea typeface="Helvetica Neue"/>
                <a:cs typeface="Helvetica Neue"/>
              </a:defRPr>
            </a:lvl3pPr>
            <a:lvl4pPr algn="l">
              <a:defRPr sz="2175" b="1">
                <a:solidFill>
                  <a:srgbClr val="173347"/>
                </a:solidFill>
                <a:latin typeface="Helvetica Neue"/>
                <a:ea typeface="Helvetica Neue"/>
                <a:cs typeface="Helvetica Neue"/>
              </a:defRPr>
            </a:lvl4pPr>
            <a:lvl5pPr algn="l">
              <a:defRPr sz="2175" b="1">
                <a:solidFill>
                  <a:srgbClr val="173347"/>
                </a:solidFill>
                <a:latin typeface="Helvetica Neue"/>
                <a:ea typeface="Helvetica Neue"/>
                <a:cs typeface="Helvetica Neue"/>
              </a:defRPr>
            </a:lvl5pPr>
            <a:lvl6pPr algn="l">
              <a:defRPr sz="2175" b="1">
                <a:solidFill>
                  <a:srgbClr val="173347"/>
                </a:solidFill>
                <a:latin typeface="Helvetica Neue"/>
                <a:ea typeface="Helvetica Neue"/>
                <a:cs typeface="Helvetica Neue"/>
              </a:defRPr>
            </a:lvl6pPr>
            <a:lvl7pPr algn="l">
              <a:defRPr sz="2175" b="1">
                <a:solidFill>
                  <a:srgbClr val="173347"/>
                </a:solidFill>
                <a:latin typeface="Helvetica Neue"/>
                <a:ea typeface="Helvetica Neue"/>
                <a:cs typeface="Helvetica Neue"/>
              </a:defRPr>
            </a:lvl7pPr>
            <a:lvl8pPr algn="l">
              <a:defRPr sz="2175" b="1">
                <a:solidFill>
                  <a:srgbClr val="173347"/>
                </a:solidFill>
                <a:latin typeface="Helvetica Neue"/>
                <a:ea typeface="Helvetica Neue"/>
                <a:cs typeface="Helvetica Neue"/>
              </a:defRPr>
            </a:lvl8pPr>
            <a:lvl9pPr algn="l">
              <a:defRPr sz="2175" b="1">
                <a:solidFill>
                  <a:srgbClr val="173347"/>
                </a:solidFill>
                <a:latin typeface="Helvetica Neue"/>
                <a:ea typeface="Helvetica Neue"/>
                <a:cs typeface="Helvetica Neue"/>
              </a:defRPr>
            </a:lvl9pPr>
          </a:lstStyle>
          <a:p xmlns:a="http://schemas.openxmlformats.org/drawingml/2006/main">
            <a:pPr algn="l">
              <a:defRPr sz="2175" b="1">
                <a:solidFill>
                  <a:srgbClr val="173347"/>
                </a:solidFill>
                <a:latin typeface="Helvetica Neue"/>
                <a:ea typeface="Helvetica Neue"/>
                <a:cs typeface="Helvetica Neue"/>
              </a:defRPr>
            </a:pPr>
            <a:r>
              <a:rPr sz="2175" b="1">
                <a:solidFill>
                  <a:srgbClr val="173347"/>
                </a:solidFill>
                <a:latin typeface="Helvetica Neue"/>
                <a:ea typeface="Helvetica Neue"/>
                <a:cs typeface="Helvetica Neue"/>
              </a:rPr>
              <a:t>План</a:t>
            </a:r>
          </a:p>
          <a:p xmlns:a="http://schemas.openxmlformats.org/drawingml/2006/main">
            <a:pPr algn="l">
              <a:defRPr sz="2175" b="1">
                <a:solidFill>
                  <a:srgbClr val="173347"/>
                </a:solidFill>
                <a:latin typeface="Helvetica Neue"/>
                <a:ea typeface="Helvetica Neue"/>
                <a:cs typeface="Helvetica Neue"/>
              </a:defRPr>
            </a:pPr>
            <a:r>
              <a:rPr sz="2175" b="1">
                <a:solidFill>
                  <a:srgbClr val="173347"/>
                </a:solidFill>
                <a:latin typeface="Helvetica Neue"/>
                <a:ea typeface="Helvetica Neue"/>
                <a:cs typeface="Helvetica Neue"/>
              </a:rPr>
              <a:t>занятия</a:t>
            </a:r>
          </a:p>
        </p:txBody>
      </p:sp>
      <p:sp>
        <p:nvSpPr>
          <p:cNvPr id="15" name="">
            <a:extLst xmlns:a="http://schemas.openxmlformats.org/drawingml/2006/main">
              <a:ext uri="{FF2B5EF4-FFF2-40B4-BE49-F238E27FC236}">
                <a16:creationId xmlns:a16="http://schemas.microsoft.com/office/drawing/2014/main" id="{2DB4D20A-3CDB-4BC8-A215-6B732EEEBEC0}"/>
              </a:ext>
            </a:extLst>
          </p:cNvPr>
          <p:cNvSpPr>
            <a:spLocks xmlns:a="http://schemas.openxmlformats.org/drawingml/2006/main" noGrp="1"/>
          </p:cNvSpPr>
          <p:nvPr/>
        </p:nvSpPr>
        <p:spPr>
          <a:xfrm xmlns:a="http://schemas.openxmlformats.org/drawingml/2006/main">
            <a:off x="3486150" y="6038850"/>
            <a:ext cx="25431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650" b="0">
                <a:solidFill>
                  <a:srgbClr val="607581"/>
                </a:solidFill>
                <a:latin typeface="Helvetica Neue"/>
                <a:ea typeface="Helvetica Neue"/>
                <a:cs typeface="Helvetica Neue"/>
              </a:defRPr>
            </a:defPPr>
            <a:lvl1pPr algn="l">
              <a:defRPr sz="1650" b="0">
                <a:solidFill>
                  <a:srgbClr val="607581"/>
                </a:solidFill>
                <a:latin typeface="Helvetica Neue"/>
                <a:ea typeface="Helvetica Neue"/>
                <a:cs typeface="Helvetica Neue"/>
              </a:defRPr>
            </a:lvl1pPr>
            <a:lvl2pPr algn="l">
              <a:defRPr sz="1650" b="0">
                <a:solidFill>
                  <a:srgbClr val="607581"/>
                </a:solidFill>
                <a:latin typeface="Helvetica Neue"/>
                <a:ea typeface="Helvetica Neue"/>
                <a:cs typeface="Helvetica Neue"/>
              </a:defRPr>
            </a:lvl2pPr>
            <a:lvl3pPr algn="l">
              <a:defRPr sz="1650" b="0">
                <a:solidFill>
                  <a:srgbClr val="607581"/>
                </a:solidFill>
                <a:latin typeface="Helvetica Neue"/>
                <a:ea typeface="Helvetica Neue"/>
                <a:cs typeface="Helvetica Neue"/>
              </a:defRPr>
            </a:lvl3pPr>
            <a:lvl4pPr algn="l">
              <a:defRPr sz="1650" b="0">
                <a:solidFill>
                  <a:srgbClr val="607581"/>
                </a:solidFill>
                <a:latin typeface="Helvetica Neue"/>
                <a:ea typeface="Helvetica Neue"/>
                <a:cs typeface="Helvetica Neue"/>
              </a:defRPr>
            </a:lvl4pPr>
            <a:lvl5pPr algn="l">
              <a:defRPr sz="1650" b="0">
                <a:solidFill>
                  <a:srgbClr val="607581"/>
                </a:solidFill>
                <a:latin typeface="Helvetica Neue"/>
                <a:ea typeface="Helvetica Neue"/>
                <a:cs typeface="Helvetica Neue"/>
              </a:defRPr>
            </a:lvl5pPr>
            <a:lvl6pPr algn="l">
              <a:defRPr sz="1650" b="0">
                <a:solidFill>
                  <a:srgbClr val="607581"/>
                </a:solidFill>
                <a:latin typeface="Helvetica Neue"/>
                <a:ea typeface="Helvetica Neue"/>
                <a:cs typeface="Helvetica Neue"/>
              </a:defRPr>
            </a:lvl6pPr>
            <a:lvl7pPr algn="l">
              <a:defRPr sz="1650" b="0">
                <a:solidFill>
                  <a:srgbClr val="607581"/>
                </a:solidFill>
                <a:latin typeface="Helvetica Neue"/>
                <a:ea typeface="Helvetica Neue"/>
                <a:cs typeface="Helvetica Neue"/>
              </a:defRPr>
            </a:lvl7pPr>
            <a:lvl8pPr algn="l">
              <a:defRPr sz="1650" b="0">
                <a:solidFill>
                  <a:srgbClr val="607581"/>
                </a:solidFill>
                <a:latin typeface="Helvetica Neue"/>
                <a:ea typeface="Helvetica Neue"/>
                <a:cs typeface="Helvetica Neue"/>
              </a:defRPr>
            </a:lvl8pPr>
            <a:lvl9pPr algn="l">
              <a:defRPr sz="1650" b="0">
                <a:solidFill>
                  <a:srgbClr val="607581"/>
                </a:solidFill>
                <a:latin typeface="Helvetica Neue"/>
                <a:ea typeface="Helvetica Neue"/>
                <a:cs typeface="Helvetica Neue"/>
              </a:defRPr>
            </a:lvl9pPr>
          </a:lstStyle>
          <a:p xmlns:a="http://schemas.openxmlformats.org/drawingml/2006/main">
            <a:pPr algn="l">
              <a:defRPr sz="1650" b="0">
                <a:solidFill>
                  <a:srgbClr val="607581"/>
                </a:solidFill>
                <a:latin typeface="Helvetica Neue"/>
                <a:ea typeface="Helvetica Neue"/>
                <a:cs typeface="Helvetica Neue"/>
              </a:defRPr>
            </a:pPr>
            <a:r>
              <a:rPr sz="1650" b="0">
                <a:solidFill>
                  <a:srgbClr val="607581"/>
                </a:solidFill>
                <a:latin typeface="Helvetica Neue"/>
                <a:ea typeface="Helvetica Neue"/>
                <a:cs typeface="Helvetica Neue"/>
              </a:rPr>
              <a:t>Выбирает 3, 5 или 10 минут</a:t>
            </a:r>
          </a:p>
          <a:p xmlns:a="http://schemas.openxmlformats.org/drawingml/2006/main">
            <a:pPr algn="l">
              <a:defRPr sz="1650" b="0">
                <a:solidFill>
                  <a:srgbClr val="607581"/>
                </a:solidFill>
                <a:latin typeface="Helvetica Neue"/>
                <a:ea typeface="Helvetica Neue"/>
                <a:cs typeface="Helvetica Neue"/>
              </a:defRPr>
            </a:pPr>
            <a:r>
              <a:rPr sz="1650" b="0">
                <a:solidFill>
                  <a:srgbClr val="607581"/>
                </a:solidFill>
                <a:latin typeface="Helvetica Neue"/>
                <a:ea typeface="Helvetica Neue"/>
                <a:cs typeface="Helvetica Neue"/>
              </a:rPr>
              <a:t>либо задаёт цель и готовит</a:t>
            </a:r>
          </a:p>
          <a:p xmlns:a="http://schemas.openxmlformats.org/drawingml/2006/main">
            <a:pPr algn="l">
              <a:defRPr sz="1650" b="0">
                <a:solidFill>
                  <a:srgbClr val="607581"/>
                </a:solidFill>
                <a:latin typeface="Helvetica Neue"/>
                <a:ea typeface="Helvetica Neue"/>
                <a:cs typeface="Helvetica Neue"/>
              </a:defRPr>
            </a:pPr>
            <a:r>
              <a:rPr sz="1650" b="0">
                <a:solidFill>
                  <a:srgbClr val="607581"/>
                </a:solidFill>
                <a:latin typeface="Helvetica Neue"/>
                <a:ea typeface="Helvetica Neue"/>
                <a:cs typeface="Helvetica Neue"/>
              </a:rPr>
              <a:t>адаптивный план.</a:t>
            </a:r>
          </a:p>
        </p:txBody>
      </p:sp>
      <p:sp>
        <p:nvSpPr>
          <p:cNvPr id="16" name="">
            <a:extLst xmlns:a="http://schemas.openxmlformats.org/drawingml/2006/main">
              <a:ext uri="{FF2B5EF4-FFF2-40B4-BE49-F238E27FC236}">
                <a16:creationId xmlns:a16="http://schemas.microsoft.com/office/drawing/2014/main" id="{FC27E1CC-2DCF-4664-8CED-33E66425DFBB}"/>
              </a:ext>
            </a:extLst>
          </p:cNvPr>
          <p:cNvSpPr>
            <a:spLocks xmlns:a="http://schemas.openxmlformats.org/drawingml/2006/main" noGrp="1"/>
          </p:cNvSpPr>
          <p:nvPr/>
        </p:nvSpPr>
        <p:spPr>
          <a:xfrm xmlns:a="http://schemas.openxmlformats.org/drawingml/2006/main">
            <a:off x="3486150" y="7181850"/>
            <a:ext cx="25431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575" b="1">
                <a:solidFill>
                  <a:srgbClr val="247C63"/>
                </a:solidFill>
                <a:latin typeface="Helvetica Neue"/>
                <a:ea typeface="Helvetica Neue"/>
                <a:cs typeface="Helvetica Neue"/>
              </a:defRPr>
            </a:defPPr>
            <a:lvl1pPr algn="l">
              <a:defRPr sz="1575" b="1">
                <a:solidFill>
                  <a:srgbClr val="247C63"/>
                </a:solidFill>
                <a:latin typeface="Helvetica Neue"/>
                <a:ea typeface="Helvetica Neue"/>
                <a:cs typeface="Helvetica Neue"/>
              </a:defRPr>
            </a:lvl1pPr>
            <a:lvl2pPr algn="l">
              <a:defRPr sz="1575" b="1">
                <a:solidFill>
                  <a:srgbClr val="247C63"/>
                </a:solidFill>
                <a:latin typeface="Helvetica Neue"/>
                <a:ea typeface="Helvetica Neue"/>
                <a:cs typeface="Helvetica Neue"/>
              </a:defRPr>
            </a:lvl2pPr>
            <a:lvl3pPr algn="l">
              <a:defRPr sz="1575" b="1">
                <a:solidFill>
                  <a:srgbClr val="247C63"/>
                </a:solidFill>
                <a:latin typeface="Helvetica Neue"/>
                <a:ea typeface="Helvetica Neue"/>
                <a:cs typeface="Helvetica Neue"/>
              </a:defRPr>
            </a:lvl3pPr>
            <a:lvl4pPr algn="l">
              <a:defRPr sz="1575" b="1">
                <a:solidFill>
                  <a:srgbClr val="247C63"/>
                </a:solidFill>
                <a:latin typeface="Helvetica Neue"/>
                <a:ea typeface="Helvetica Neue"/>
                <a:cs typeface="Helvetica Neue"/>
              </a:defRPr>
            </a:lvl4pPr>
            <a:lvl5pPr algn="l">
              <a:defRPr sz="1575" b="1">
                <a:solidFill>
                  <a:srgbClr val="247C63"/>
                </a:solidFill>
                <a:latin typeface="Helvetica Neue"/>
                <a:ea typeface="Helvetica Neue"/>
                <a:cs typeface="Helvetica Neue"/>
              </a:defRPr>
            </a:lvl5pPr>
            <a:lvl6pPr algn="l">
              <a:defRPr sz="1575" b="1">
                <a:solidFill>
                  <a:srgbClr val="247C63"/>
                </a:solidFill>
                <a:latin typeface="Helvetica Neue"/>
                <a:ea typeface="Helvetica Neue"/>
                <a:cs typeface="Helvetica Neue"/>
              </a:defRPr>
            </a:lvl6pPr>
            <a:lvl7pPr algn="l">
              <a:defRPr sz="1575" b="1">
                <a:solidFill>
                  <a:srgbClr val="247C63"/>
                </a:solidFill>
                <a:latin typeface="Helvetica Neue"/>
                <a:ea typeface="Helvetica Neue"/>
                <a:cs typeface="Helvetica Neue"/>
              </a:defRPr>
            </a:lvl7pPr>
            <a:lvl8pPr algn="l">
              <a:defRPr sz="1575" b="1">
                <a:solidFill>
                  <a:srgbClr val="247C63"/>
                </a:solidFill>
                <a:latin typeface="Helvetica Neue"/>
                <a:ea typeface="Helvetica Neue"/>
                <a:cs typeface="Helvetica Neue"/>
              </a:defRPr>
            </a:lvl8pPr>
            <a:lvl9pPr algn="l">
              <a:defRPr sz="1575" b="1">
                <a:solidFill>
                  <a:srgbClr val="247C63"/>
                </a:solidFill>
                <a:latin typeface="Helvetica Neue"/>
                <a:ea typeface="Helvetica Neue"/>
                <a:cs typeface="Helvetica Neue"/>
              </a:defRPr>
            </a:lvl9pPr>
          </a:lstStyle>
          <a:p xmlns:a="http://schemas.openxmlformats.org/drawingml/2006/main">
            <a:pPr algn="l">
              <a:defRPr sz="1575" b="1">
                <a:solidFill>
                  <a:srgbClr val="247C63"/>
                </a:solidFill>
                <a:latin typeface="Helvetica Neue"/>
                <a:ea typeface="Helvetica Neue"/>
                <a:cs typeface="Helvetica Neue"/>
              </a:defRPr>
            </a:pPr>
            <a:r>
              <a:rPr sz="1575" b="1">
                <a:solidFill>
                  <a:srgbClr val="247C63"/>
                </a:solidFill>
                <a:latin typeface="Helvetica Neue"/>
                <a:ea typeface="Helvetica Neue"/>
                <a:cs typeface="Helvetica Neue"/>
              </a:rPr>
              <a:t>Задания подобраны</a:t>
            </a:r>
          </a:p>
        </p:txBody>
      </p:sp>
      <p:sp>
        <p:nvSpPr>
          <p:cNvPr id="17" name="">
            <a:extLst xmlns:a="http://schemas.openxmlformats.org/drawingml/2006/main">
              <a:ext uri="{FF2B5EF4-FFF2-40B4-BE49-F238E27FC236}">
                <a16:creationId xmlns:a16="http://schemas.microsoft.com/office/drawing/2014/main" id="{D451115C-E701-4922-ADBE-8A346DC38E23}"/>
              </a:ext>
            </a:extLst>
          </p:cNvPr>
          <p:cNvSpPr>
            <a:spLocks xmlns:a="http://schemas.openxmlformats.org/drawingml/2006/main" noGrp="1"/>
          </p:cNvSpPr>
          <p:nvPr/>
        </p:nvSpPr>
        <p:spPr>
          <a:xfrm xmlns:a="http://schemas.openxmlformats.org/drawingml/2006/main">
            <a:off x="6362700" y="4352925"/>
            <a:ext cx="533400" cy="533400"/>
          </a:xfrm>
          <a:prstGeom xmlns:a="http://schemas.openxmlformats.org/drawingml/2006/main" prst="ellipse">
            <a:avLst/>
          </a:prstGeom>
          <a:solidFill xmlns:a="http://schemas.openxmlformats.org/drawingml/2006/main">
            <a:srgbClr val="1B6A91"/>
          </a:solidFill>
          <a:ln xmlns:a="http://schemas.openxmlformats.org/drawingml/2006/main" w="0">
            <a:noFill/>
          </a:ln>
        </p:spPr>
        <p:txBody>
          <a:bodyPr xmlns:a="http://schemas.openxmlformats.org/drawingml/2006/main" lIns="0" tIns="0" rIns="0" bIns="0" anchor="ctr"/>
          <a:lstStyle xmlns:a="http://schemas.openxmlformats.org/drawingml/2006/main">
            <a:defPPr algn="ctr">
              <a:defRPr sz="1875" b="1">
                <a:solidFill>
                  <a:srgbClr val="FFFFFF"/>
                </a:solidFill>
                <a:latin typeface="Helvetica Neue"/>
                <a:ea typeface="Helvetica Neue"/>
                <a:cs typeface="Helvetica Neue"/>
              </a:defRPr>
            </a:defPPr>
            <a:lvl1pPr algn="ctr">
              <a:defRPr sz="1875" b="1">
                <a:solidFill>
                  <a:srgbClr val="FFFFFF"/>
                </a:solidFill>
                <a:latin typeface="Helvetica Neue"/>
                <a:ea typeface="Helvetica Neue"/>
                <a:cs typeface="Helvetica Neue"/>
              </a:defRPr>
            </a:lvl1pPr>
            <a:lvl2pPr algn="ctr">
              <a:defRPr sz="1875" b="1">
                <a:solidFill>
                  <a:srgbClr val="FFFFFF"/>
                </a:solidFill>
                <a:latin typeface="Helvetica Neue"/>
                <a:ea typeface="Helvetica Neue"/>
                <a:cs typeface="Helvetica Neue"/>
              </a:defRPr>
            </a:lvl2pPr>
            <a:lvl3pPr algn="ctr">
              <a:defRPr sz="1875" b="1">
                <a:solidFill>
                  <a:srgbClr val="FFFFFF"/>
                </a:solidFill>
                <a:latin typeface="Helvetica Neue"/>
                <a:ea typeface="Helvetica Neue"/>
                <a:cs typeface="Helvetica Neue"/>
              </a:defRPr>
            </a:lvl3pPr>
            <a:lvl4pPr algn="ctr">
              <a:defRPr sz="1875" b="1">
                <a:solidFill>
                  <a:srgbClr val="FFFFFF"/>
                </a:solidFill>
                <a:latin typeface="Helvetica Neue"/>
                <a:ea typeface="Helvetica Neue"/>
                <a:cs typeface="Helvetica Neue"/>
              </a:defRPr>
            </a:lvl4pPr>
            <a:lvl5pPr algn="ctr">
              <a:defRPr sz="1875" b="1">
                <a:solidFill>
                  <a:srgbClr val="FFFFFF"/>
                </a:solidFill>
                <a:latin typeface="Helvetica Neue"/>
                <a:ea typeface="Helvetica Neue"/>
                <a:cs typeface="Helvetica Neue"/>
              </a:defRPr>
            </a:lvl5pPr>
            <a:lvl6pPr algn="ctr">
              <a:defRPr sz="1875" b="1">
                <a:solidFill>
                  <a:srgbClr val="FFFFFF"/>
                </a:solidFill>
                <a:latin typeface="Helvetica Neue"/>
                <a:ea typeface="Helvetica Neue"/>
                <a:cs typeface="Helvetica Neue"/>
              </a:defRPr>
            </a:lvl6pPr>
            <a:lvl7pPr algn="ctr">
              <a:defRPr sz="1875" b="1">
                <a:solidFill>
                  <a:srgbClr val="FFFFFF"/>
                </a:solidFill>
                <a:latin typeface="Helvetica Neue"/>
                <a:ea typeface="Helvetica Neue"/>
                <a:cs typeface="Helvetica Neue"/>
              </a:defRPr>
            </a:lvl7pPr>
            <a:lvl8pPr algn="ctr">
              <a:defRPr sz="1875" b="1">
                <a:solidFill>
                  <a:srgbClr val="FFFFFF"/>
                </a:solidFill>
                <a:latin typeface="Helvetica Neue"/>
                <a:ea typeface="Helvetica Neue"/>
                <a:cs typeface="Helvetica Neue"/>
              </a:defRPr>
            </a:lvl8pPr>
            <a:lvl9pPr algn="ctr">
              <a:defRPr sz="1875" b="1">
                <a:solidFill>
                  <a:srgbClr val="FFFFFF"/>
                </a:solidFill>
                <a:latin typeface="Helvetica Neue"/>
                <a:ea typeface="Helvetica Neue"/>
                <a:cs typeface="Helvetica Neue"/>
              </a:defRPr>
            </a:lvl9pPr>
          </a:lstStyle>
          <a:p xmlns:a="http://schemas.openxmlformats.org/drawingml/2006/main">
            <a:pPr algn="ct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3</a:t>
            </a:r>
          </a:p>
        </p:txBody>
      </p:sp>
      <p:cxnSp>
        <p:nvCxnSpPr>
          <p:cNvPr id="18" name="">
            <a:extLst xmlns:a="http://schemas.openxmlformats.org/drawingml/2006/main">
              <a:ext uri="{FF2B5EF4-FFF2-40B4-BE49-F238E27FC236}">
                <a16:creationId xmlns:a16="http://schemas.microsoft.com/office/drawing/2014/main" id="{7179402E-3A39-4D87-A162-6A042AF62263}"/>
              </a:ext>
            </a:extLst>
          </p:cNvPr>
          <p:cNvCxnSpPr/>
          <p:nvPr/>
        </p:nvCxnSpPr>
        <p:spPr>
          <a:xfrm xmlns:a="http://schemas.openxmlformats.org/drawingml/2006/main">
            <a:off x="7096125" y="4619625"/>
            <a:ext cx="1905000" cy="0"/>
          </a:xfrm>
          <a:prstGeom xmlns:a="http://schemas.openxmlformats.org/drawingml/2006/main" prst="straightConnector1">
            <a:avLst/>
          </a:prstGeom>
          <a:ln xmlns:a="http://schemas.openxmlformats.org/drawingml/2006/main" w="19050">
            <a:solidFill>
              <a:srgbClr val="C5D6D8"/>
            </a:solidFill>
            <a:tailEnd type="arrow" w="med" len="med"/>
          </a:ln>
        </p:spPr>
      </p:cxnSp>
      <p:sp>
        <p:nvSpPr>
          <p:cNvPr id="19" name="">
            <a:extLst xmlns:a="http://schemas.openxmlformats.org/drawingml/2006/main">
              <a:ext uri="{FF2B5EF4-FFF2-40B4-BE49-F238E27FC236}">
                <a16:creationId xmlns:a16="http://schemas.microsoft.com/office/drawing/2014/main" id="{0499D76E-5235-4B90-BECD-105381A830E4}"/>
              </a:ext>
            </a:extLst>
          </p:cNvPr>
          <p:cNvSpPr>
            <a:spLocks xmlns:a="http://schemas.openxmlformats.org/drawingml/2006/main" noGrp="1"/>
          </p:cNvSpPr>
          <p:nvPr/>
        </p:nvSpPr>
        <p:spPr>
          <a:xfrm xmlns:a="http://schemas.openxmlformats.org/drawingml/2006/main">
            <a:off x="6362700" y="5114925"/>
            <a:ext cx="2514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75" b="1">
                <a:solidFill>
                  <a:srgbClr val="173347"/>
                </a:solidFill>
                <a:latin typeface="Helvetica Neue"/>
                <a:ea typeface="Helvetica Neue"/>
                <a:cs typeface="Helvetica Neue"/>
              </a:defRPr>
            </a:defPPr>
            <a:lvl1pPr algn="l">
              <a:defRPr sz="2175" b="1">
                <a:solidFill>
                  <a:srgbClr val="173347"/>
                </a:solidFill>
                <a:latin typeface="Helvetica Neue"/>
                <a:ea typeface="Helvetica Neue"/>
                <a:cs typeface="Helvetica Neue"/>
              </a:defRPr>
            </a:lvl1pPr>
            <a:lvl2pPr algn="l">
              <a:defRPr sz="2175" b="1">
                <a:solidFill>
                  <a:srgbClr val="173347"/>
                </a:solidFill>
                <a:latin typeface="Helvetica Neue"/>
                <a:ea typeface="Helvetica Neue"/>
                <a:cs typeface="Helvetica Neue"/>
              </a:defRPr>
            </a:lvl2pPr>
            <a:lvl3pPr algn="l">
              <a:defRPr sz="2175" b="1">
                <a:solidFill>
                  <a:srgbClr val="173347"/>
                </a:solidFill>
                <a:latin typeface="Helvetica Neue"/>
                <a:ea typeface="Helvetica Neue"/>
                <a:cs typeface="Helvetica Neue"/>
              </a:defRPr>
            </a:lvl3pPr>
            <a:lvl4pPr algn="l">
              <a:defRPr sz="2175" b="1">
                <a:solidFill>
                  <a:srgbClr val="173347"/>
                </a:solidFill>
                <a:latin typeface="Helvetica Neue"/>
                <a:ea typeface="Helvetica Neue"/>
                <a:cs typeface="Helvetica Neue"/>
              </a:defRPr>
            </a:lvl4pPr>
            <a:lvl5pPr algn="l">
              <a:defRPr sz="2175" b="1">
                <a:solidFill>
                  <a:srgbClr val="173347"/>
                </a:solidFill>
                <a:latin typeface="Helvetica Neue"/>
                <a:ea typeface="Helvetica Neue"/>
                <a:cs typeface="Helvetica Neue"/>
              </a:defRPr>
            </a:lvl5pPr>
            <a:lvl6pPr algn="l">
              <a:defRPr sz="2175" b="1">
                <a:solidFill>
                  <a:srgbClr val="173347"/>
                </a:solidFill>
                <a:latin typeface="Helvetica Neue"/>
                <a:ea typeface="Helvetica Neue"/>
                <a:cs typeface="Helvetica Neue"/>
              </a:defRPr>
            </a:lvl6pPr>
            <a:lvl7pPr algn="l">
              <a:defRPr sz="2175" b="1">
                <a:solidFill>
                  <a:srgbClr val="173347"/>
                </a:solidFill>
                <a:latin typeface="Helvetica Neue"/>
                <a:ea typeface="Helvetica Neue"/>
                <a:cs typeface="Helvetica Neue"/>
              </a:defRPr>
            </a:lvl7pPr>
            <a:lvl8pPr algn="l">
              <a:defRPr sz="2175" b="1">
                <a:solidFill>
                  <a:srgbClr val="173347"/>
                </a:solidFill>
                <a:latin typeface="Helvetica Neue"/>
                <a:ea typeface="Helvetica Neue"/>
                <a:cs typeface="Helvetica Neue"/>
              </a:defRPr>
            </a:lvl8pPr>
            <a:lvl9pPr algn="l">
              <a:defRPr sz="2175" b="1">
                <a:solidFill>
                  <a:srgbClr val="173347"/>
                </a:solidFill>
                <a:latin typeface="Helvetica Neue"/>
                <a:ea typeface="Helvetica Neue"/>
                <a:cs typeface="Helvetica Neue"/>
              </a:defRPr>
            </a:lvl9pPr>
          </a:lstStyle>
          <a:p xmlns:a="http://schemas.openxmlformats.org/drawingml/2006/main">
            <a:pPr algn="l">
              <a:defRPr sz="2175" b="1">
                <a:solidFill>
                  <a:srgbClr val="173347"/>
                </a:solidFill>
                <a:latin typeface="Helvetica Neue"/>
                <a:ea typeface="Helvetica Neue"/>
                <a:cs typeface="Helvetica Neue"/>
              </a:defRPr>
            </a:pPr>
            <a:r>
              <a:rPr sz="2175" b="1">
                <a:solidFill>
                  <a:srgbClr val="173347"/>
                </a:solidFill>
                <a:latin typeface="Helvetica Neue"/>
                <a:ea typeface="Helvetica Neue"/>
                <a:cs typeface="Helvetica Neue"/>
              </a:rPr>
              <a:t>Практика</a:t>
            </a:r>
          </a:p>
          <a:p xmlns:a="http://schemas.openxmlformats.org/drawingml/2006/main">
            <a:pPr algn="l">
              <a:defRPr sz="2175" b="1">
                <a:solidFill>
                  <a:srgbClr val="173347"/>
                </a:solidFill>
                <a:latin typeface="Helvetica Neue"/>
                <a:ea typeface="Helvetica Neue"/>
                <a:cs typeface="Helvetica Neue"/>
              </a:defRPr>
            </a:pPr>
            <a:r>
              <a:rPr sz="2175" b="1">
                <a:solidFill>
                  <a:srgbClr val="173347"/>
                </a:solidFill>
                <a:latin typeface="Helvetica Neue"/>
                <a:ea typeface="Helvetica Neue"/>
                <a:cs typeface="Helvetica Neue"/>
              </a:rPr>
              <a:t>ребёнка</a:t>
            </a:r>
          </a:p>
        </p:txBody>
      </p:sp>
      <p:sp>
        <p:nvSpPr>
          <p:cNvPr id="20" name="">
            <a:extLst xmlns:a="http://schemas.openxmlformats.org/drawingml/2006/main">
              <a:ext uri="{FF2B5EF4-FFF2-40B4-BE49-F238E27FC236}">
                <a16:creationId xmlns:a16="http://schemas.microsoft.com/office/drawing/2014/main" id="{B7879E92-59EA-4180-B6D5-AAA358104213}"/>
              </a:ext>
            </a:extLst>
          </p:cNvPr>
          <p:cNvSpPr>
            <a:spLocks xmlns:a="http://schemas.openxmlformats.org/drawingml/2006/main" noGrp="1"/>
          </p:cNvSpPr>
          <p:nvPr/>
        </p:nvSpPr>
        <p:spPr>
          <a:xfrm xmlns:a="http://schemas.openxmlformats.org/drawingml/2006/main">
            <a:off x="6362700" y="6038850"/>
            <a:ext cx="25431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650" b="0">
                <a:solidFill>
                  <a:srgbClr val="607581"/>
                </a:solidFill>
                <a:latin typeface="Helvetica Neue"/>
                <a:ea typeface="Helvetica Neue"/>
                <a:cs typeface="Helvetica Neue"/>
              </a:defRPr>
            </a:defPPr>
            <a:lvl1pPr algn="l">
              <a:defRPr sz="1650" b="0">
                <a:solidFill>
                  <a:srgbClr val="607581"/>
                </a:solidFill>
                <a:latin typeface="Helvetica Neue"/>
                <a:ea typeface="Helvetica Neue"/>
                <a:cs typeface="Helvetica Neue"/>
              </a:defRPr>
            </a:lvl1pPr>
            <a:lvl2pPr algn="l">
              <a:defRPr sz="1650" b="0">
                <a:solidFill>
                  <a:srgbClr val="607581"/>
                </a:solidFill>
                <a:latin typeface="Helvetica Neue"/>
                <a:ea typeface="Helvetica Neue"/>
                <a:cs typeface="Helvetica Neue"/>
              </a:defRPr>
            </a:lvl2pPr>
            <a:lvl3pPr algn="l">
              <a:defRPr sz="1650" b="0">
                <a:solidFill>
                  <a:srgbClr val="607581"/>
                </a:solidFill>
                <a:latin typeface="Helvetica Neue"/>
                <a:ea typeface="Helvetica Neue"/>
                <a:cs typeface="Helvetica Neue"/>
              </a:defRPr>
            </a:lvl3pPr>
            <a:lvl4pPr algn="l">
              <a:defRPr sz="1650" b="0">
                <a:solidFill>
                  <a:srgbClr val="607581"/>
                </a:solidFill>
                <a:latin typeface="Helvetica Neue"/>
                <a:ea typeface="Helvetica Neue"/>
                <a:cs typeface="Helvetica Neue"/>
              </a:defRPr>
            </a:lvl4pPr>
            <a:lvl5pPr algn="l">
              <a:defRPr sz="1650" b="0">
                <a:solidFill>
                  <a:srgbClr val="607581"/>
                </a:solidFill>
                <a:latin typeface="Helvetica Neue"/>
                <a:ea typeface="Helvetica Neue"/>
                <a:cs typeface="Helvetica Neue"/>
              </a:defRPr>
            </a:lvl5pPr>
            <a:lvl6pPr algn="l">
              <a:defRPr sz="1650" b="0">
                <a:solidFill>
                  <a:srgbClr val="607581"/>
                </a:solidFill>
                <a:latin typeface="Helvetica Neue"/>
                <a:ea typeface="Helvetica Neue"/>
                <a:cs typeface="Helvetica Neue"/>
              </a:defRPr>
            </a:lvl6pPr>
            <a:lvl7pPr algn="l">
              <a:defRPr sz="1650" b="0">
                <a:solidFill>
                  <a:srgbClr val="607581"/>
                </a:solidFill>
                <a:latin typeface="Helvetica Neue"/>
                <a:ea typeface="Helvetica Neue"/>
                <a:cs typeface="Helvetica Neue"/>
              </a:defRPr>
            </a:lvl7pPr>
            <a:lvl8pPr algn="l">
              <a:defRPr sz="1650" b="0">
                <a:solidFill>
                  <a:srgbClr val="607581"/>
                </a:solidFill>
                <a:latin typeface="Helvetica Neue"/>
                <a:ea typeface="Helvetica Neue"/>
                <a:cs typeface="Helvetica Neue"/>
              </a:defRPr>
            </a:lvl8pPr>
            <a:lvl9pPr algn="l">
              <a:defRPr sz="1650" b="0">
                <a:solidFill>
                  <a:srgbClr val="607581"/>
                </a:solidFill>
                <a:latin typeface="Helvetica Neue"/>
                <a:ea typeface="Helvetica Neue"/>
                <a:cs typeface="Helvetica Neue"/>
              </a:defRPr>
            </a:lvl9pPr>
          </a:lstStyle>
          <a:p xmlns:a="http://schemas.openxmlformats.org/drawingml/2006/main">
            <a:pPr algn="l">
              <a:defRPr sz="1650" b="0">
                <a:solidFill>
                  <a:srgbClr val="607581"/>
                </a:solidFill>
                <a:latin typeface="Helvetica Neue"/>
                <a:ea typeface="Helvetica Neue"/>
                <a:cs typeface="Helvetica Neue"/>
              </a:defRPr>
            </a:pPr>
            <a:r>
              <a:rPr sz="1650" b="0">
                <a:solidFill>
                  <a:srgbClr val="607581"/>
                </a:solidFill>
                <a:latin typeface="Helvetica Neue"/>
                <a:ea typeface="Helvetica Neue"/>
                <a:cs typeface="Helvetica Neue"/>
              </a:rPr>
              <a:t>Ребёнок слушает и выбирает</a:t>
            </a:r>
          </a:p>
          <a:p xmlns:a="http://schemas.openxmlformats.org/drawingml/2006/main">
            <a:pPr algn="l">
              <a:defRPr sz="1650" b="0">
                <a:solidFill>
                  <a:srgbClr val="607581"/>
                </a:solidFill>
                <a:latin typeface="Helvetica Neue"/>
                <a:ea typeface="Helvetica Neue"/>
                <a:cs typeface="Helvetica Neue"/>
              </a:defRPr>
            </a:pPr>
            <a:r>
              <a:rPr sz="1650" b="0">
                <a:solidFill>
                  <a:srgbClr val="607581"/>
                </a:solidFill>
                <a:latin typeface="Helvetica Neue"/>
                <a:ea typeface="Helvetica Neue"/>
                <a:cs typeface="Helvetica Neue"/>
              </a:rPr>
              <a:t>картинку или собирает</a:t>
            </a:r>
          </a:p>
          <a:p xmlns:a="http://schemas.openxmlformats.org/drawingml/2006/main">
            <a:pPr algn="l">
              <a:defRPr sz="1650" b="0">
                <a:solidFill>
                  <a:srgbClr val="607581"/>
                </a:solidFill>
                <a:latin typeface="Helvetica Neue"/>
                <a:ea typeface="Helvetica Neue"/>
                <a:cs typeface="Helvetica Neue"/>
              </a:defRPr>
            </a:pPr>
            <a:r>
              <a:rPr sz="1650" b="0">
                <a:solidFill>
                  <a:srgbClr val="607581"/>
                </a:solidFill>
                <a:latin typeface="Helvetica Neue"/>
                <a:ea typeface="Helvetica Neue"/>
                <a:cs typeface="Helvetica Neue"/>
              </a:rPr>
              <a:t>AAC-сообщение.</a:t>
            </a:r>
          </a:p>
        </p:txBody>
      </p:sp>
      <p:sp>
        <p:nvSpPr>
          <p:cNvPr id="21" name="">
            <a:extLst xmlns:a="http://schemas.openxmlformats.org/drawingml/2006/main">
              <a:ext uri="{FF2B5EF4-FFF2-40B4-BE49-F238E27FC236}">
                <a16:creationId xmlns:a16="http://schemas.microsoft.com/office/drawing/2014/main" id="{A01028F6-E41B-4F12-AAD9-94642B5D7413}"/>
              </a:ext>
            </a:extLst>
          </p:cNvPr>
          <p:cNvSpPr>
            <a:spLocks xmlns:a="http://schemas.openxmlformats.org/drawingml/2006/main" noGrp="1"/>
          </p:cNvSpPr>
          <p:nvPr/>
        </p:nvSpPr>
        <p:spPr>
          <a:xfrm xmlns:a="http://schemas.openxmlformats.org/drawingml/2006/main">
            <a:off x="6362700" y="7181850"/>
            <a:ext cx="25431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575" b="1">
                <a:solidFill>
                  <a:srgbClr val="247C63"/>
                </a:solidFill>
                <a:latin typeface="Helvetica Neue"/>
                <a:ea typeface="Helvetica Neue"/>
                <a:cs typeface="Helvetica Neue"/>
              </a:defRPr>
            </a:defPPr>
            <a:lvl1pPr algn="l">
              <a:defRPr sz="1575" b="1">
                <a:solidFill>
                  <a:srgbClr val="247C63"/>
                </a:solidFill>
                <a:latin typeface="Helvetica Neue"/>
                <a:ea typeface="Helvetica Neue"/>
                <a:cs typeface="Helvetica Neue"/>
              </a:defRPr>
            </a:lvl1pPr>
            <a:lvl2pPr algn="l">
              <a:defRPr sz="1575" b="1">
                <a:solidFill>
                  <a:srgbClr val="247C63"/>
                </a:solidFill>
                <a:latin typeface="Helvetica Neue"/>
                <a:ea typeface="Helvetica Neue"/>
                <a:cs typeface="Helvetica Neue"/>
              </a:defRPr>
            </a:lvl2pPr>
            <a:lvl3pPr algn="l">
              <a:defRPr sz="1575" b="1">
                <a:solidFill>
                  <a:srgbClr val="247C63"/>
                </a:solidFill>
                <a:latin typeface="Helvetica Neue"/>
                <a:ea typeface="Helvetica Neue"/>
                <a:cs typeface="Helvetica Neue"/>
              </a:defRPr>
            </a:lvl3pPr>
            <a:lvl4pPr algn="l">
              <a:defRPr sz="1575" b="1">
                <a:solidFill>
                  <a:srgbClr val="247C63"/>
                </a:solidFill>
                <a:latin typeface="Helvetica Neue"/>
                <a:ea typeface="Helvetica Neue"/>
                <a:cs typeface="Helvetica Neue"/>
              </a:defRPr>
            </a:lvl4pPr>
            <a:lvl5pPr algn="l">
              <a:defRPr sz="1575" b="1">
                <a:solidFill>
                  <a:srgbClr val="247C63"/>
                </a:solidFill>
                <a:latin typeface="Helvetica Neue"/>
                <a:ea typeface="Helvetica Neue"/>
                <a:cs typeface="Helvetica Neue"/>
              </a:defRPr>
            </a:lvl5pPr>
            <a:lvl6pPr algn="l">
              <a:defRPr sz="1575" b="1">
                <a:solidFill>
                  <a:srgbClr val="247C63"/>
                </a:solidFill>
                <a:latin typeface="Helvetica Neue"/>
                <a:ea typeface="Helvetica Neue"/>
                <a:cs typeface="Helvetica Neue"/>
              </a:defRPr>
            </a:lvl6pPr>
            <a:lvl7pPr algn="l">
              <a:defRPr sz="1575" b="1">
                <a:solidFill>
                  <a:srgbClr val="247C63"/>
                </a:solidFill>
                <a:latin typeface="Helvetica Neue"/>
                <a:ea typeface="Helvetica Neue"/>
                <a:cs typeface="Helvetica Neue"/>
              </a:defRPr>
            </a:lvl7pPr>
            <a:lvl8pPr algn="l">
              <a:defRPr sz="1575" b="1">
                <a:solidFill>
                  <a:srgbClr val="247C63"/>
                </a:solidFill>
                <a:latin typeface="Helvetica Neue"/>
                <a:ea typeface="Helvetica Neue"/>
                <a:cs typeface="Helvetica Neue"/>
              </a:defRPr>
            </a:lvl8pPr>
            <a:lvl9pPr algn="l">
              <a:defRPr sz="1575" b="1">
                <a:solidFill>
                  <a:srgbClr val="247C63"/>
                </a:solidFill>
                <a:latin typeface="Helvetica Neue"/>
                <a:ea typeface="Helvetica Neue"/>
                <a:cs typeface="Helvetica Neue"/>
              </a:defRPr>
            </a:lvl9pPr>
          </a:lstStyle>
          <a:p xmlns:a="http://schemas.openxmlformats.org/drawingml/2006/main">
            <a:pPr algn="l">
              <a:defRPr sz="1575" b="1">
                <a:solidFill>
                  <a:srgbClr val="247C63"/>
                </a:solidFill>
                <a:latin typeface="Helvetica Neue"/>
                <a:ea typeface="Helvetica Neue"/>
                <a:cs typeface="Helvetica Neue"/>
              </a:defRPr>
            </a:pPr>
            <a:r>
              <a:rPr sz="1575" b="1">
                <a:solidFill>
                  <a:srgbClr val="247C63"/>
                </a:solidFill>
                <a:latin typeface="Helvetica Neue"/>
                <a:ea typeface="Helvetica Neue"/>
                <a:cs typeface="Helvetica Neue"/>
              </a:rPr>
              <a:t>Ответ или сообщение</a:t>
            </a:r>
          </a:p>
        </p:txBody>
      </p:sp>
      <p:sp>
        <p:nvSpPr>
          <p:cNvPr id="22" name="">
            <a:extLst xmlns:a="http://schemas.openxmlformats.org/drawingml/2006/main">
              <a:ext uri="{FF2B5EF4-FFF2-40B4-BE49-F238E27FC236}">
                <a16:creationId xmlns:a16="http://schemas.microsoft.com/office/drawing/2014/main" id="{077E3CE9-834B-4B19-96FF-912D990670DE}"/>
              </a:ext>
            </a:extLst>
          </p:cNvPr>
          <p:cNvSpPr>
            <a:spLocks xmlns:a="http://schemas.openxmlformats.org/drawingml/2006/main" noGrp="1"/>
          </p:cNvSpPr>
          <p:nvPr/>
        </p:nvSpPr>
        <p:spPr>
          <a:xfrm xmlns:a="http://schemas.openxmlformats.org/drawingml/2006/main">
            <a:off x="9239250" y="4352925"/>
            <a:ext cx="533400" cy="533400"/>
          </a:xfrm>
          <a:prstGeom xmlns:a="http://schemas.openxmlformats.org/drawingml/2006/main" prst="ellipse">
            <a:avLst/>
          </a:prstGeom>
          <a:solidFill xmlns:a="http://schemas.openxmlformats.org/drawingml/2006/main">
            <a:srgbClr val="DDEAE8"/>
          </a:solidFill>
          <a:ln xmlns:a="http://schemas.openxmlformats.org/drawingml/2006/main" w="0">
            <a:noFill/>
          </a:ln>
        </p:spPr>
        <p:txBody>
          <a:bodyPr xmlns:a="http://schemas.openxmlformats.org/drawingml/2006/main" lIns="0" tIns="0" rIns="0" bIns="0" anchor="ctr"/>
          <a:lstStyle xmlns:a="http://schemas.openxmlformats.org/drawingml/2006/main">
            <a:defPPr algn="ctr">
              <a:defRPr sz="1875" b="1">
                <a:solidFill>
                  <a:srgbClr val="1B6A91"/>
                </a:solidFill>
                <a:latin typeface="Helvetica Neue"/>
                <a:ea typeface="Helvetica Neue"/>
                <a:cs typeface="Helvetica Neue"/>
              </a:defRPr>
            </a:defPPr>
            <a:lvl1pPr algn="ctr">
              <a:defRPr sz="1875" b="1">
                <a:solidFill>
                  <a:srgbClr val="1B6A91"/>
                </a:solidFill>
                <a:latin typeface="Helvetica Neue"/>
                <a:ea typeface="Helvetica Neue"/>
                <a:cs typeface="Helvetica Neue"/>
              </a:defRPr>
            </a:lvl1pPr>
            <a:lvl2pPr algn="ctr">
              <a:defRPr sz="1875" b="1">
                <a:solidFill>
                  <a:srgbClr val="1B6A91"/>
                </a:solidFill>
                <a:latin typeface="Helvetica Neue"/>
                <a:ea typeface="Helvetica Neue"/>
                <a:cs typeface="Helvetica Neue"/>
              </a:defRPr>
            </a:lvl2pPr>
            <a:lvl3pPr algn="ctr">
              <a:defRPr sz="1875" b="1">
                <a:solidFill>
                  <a:srgbClr val="1B6A91"/>
                </a:solidFill>
                <a:latin typeface="Helvetica Neue"/>
                <a:ea typeface="Helvetica Neue"/>
                <a:cs typeface="Helvetica Neue"/>
              </a:defRPr>
            </a:lvl3pPr>
            <a:lvl4pPr algn="ctr">
              <a:defRPr sz="1875" b="1">
                <a:solidFill>
                  <a:srgbClr val="1B6A91"/>
                </a:solidFill>
                <a:latin typeface="Helvetica Neue"/>
                <a:ea typeface="Helvetica Neue"/>
                <a:cs typeface="Helvetica Neue"/>
              </a:defRPr>
            </a:lvl4pPr>
            <a:lvl5pPr algn="ctr">
              <a:defRPr sz="1875" b="1">
                <a:solidFill>
                  <a:srgbClr val="1B6A91"/>
                </a:solidFill>
                <a:latin typeface="Helvetica Neue"/>
                <a:ea typeface="Helvetica Neue"/>
                <a:cs typeface="Helvetica Neue"/>
              </a:defRPr>
            </a:lvl5pPr>
            <a:lvl6pPr algn="ctr">
              <a:defRPr sz="1875" b="1">
                <a:solidFill>
                  <a:srgbClr val="1B6A91"/>
                </a:solidFill>
                <a:latin typeface="Helvetica Neue"/>
                <a:ea typeface="Helvetica Neue"/>
                <a:cs typeface="Helvetica Neue"/>
              </a:defRPr>
            </a:lvl6pPr>
            <a:lvl7pPr algn="ctr">
              <a:defRPr sz="1875" b="1">
                <a:solidFill>
                  <a:srgbClr val="1B6A91"/>
                </a:solidFill>
                <a:latin typeface="Helvetica Neue"/>
                <a:ea typeface="Helvetica Neue"/>
                <a:cs typeface="Helvetica Neue"/>
              </a:defRPr>
            </a:lvl7pPr>
            <a:lvl8pPr algn="ctr">
              <a:defRPr sz="1875" b="1">
                <a:solidFill>
                  <a:srgbClr val="1B6A91"/>
                </a:solidFill>
                <a:latin typeface="Helvetica Neue"/>
                <a:ea typeface="Helvetica Neue"/>
                <a:cs typeface="Helvetica Neue"/>
              </a:defRPr>
            </a:lvl8pPr>
            <a:lvl9pPr algn="ctr">
              <a:defRPr sz="1875" b="1">
                <a:solidFill>
                  <a:srgbClr val="1B6A91"/>
                </a:solidFill>
                <a:latin typeface="Helvetica Neue"/>
                <a:ea typeface="Helvetica Neue"/>
                <a:cs typeface="Helvetica Neue"/>
              </a:defRPr>
            </a:lvl9pPr>
          </a:lstStyle>
          <a:p xmlns:a="http://schemas.openxmlformats.org/drawingml/2006/main">
            <a:pPr algn="ctr">
              <a:defRPr sz="1875" b="1">
                <a:solidFill>
                  <a:srgbClr val="1B6A91"/>
                </a:solidFill>
                <a:latin typeface="Helvetica Neue"/>
                <a:ea typeface="Helvetica Neue"/>
                <a:cs typeface="Helvetica Neue"/>
              </a:defRPr>
            </a:pPr>
            <a:r>
              <a:rPr sz="1875" b="1">
                <a:solidFill>
                  <a:srgbClr val="1B6A91"/>
                </a:solidFill>
                <a:latin typeface="Helvetica Neue"/>
                <a:ea typeface="Helvetica Neue"/>
                <a:cs typeface="Helvetica Neue"/>
              </a:rPr>
              <a:t>4</a:t>
            </a:r>
          </a:p>
        </p:txBody>
      </p:sp>
      <p:cxnSp>
        <p:nvCxnSpPr>
          <p:cNvPr id="23" name="">
            <a:extLst xmlns:a="http://schemas.openxmlformats.org/drawingml/2006/main">
              <a:ext uri="{FF2B5EF4-FFF2-40B4-BE49-F238E27FC236}">
                <a16:creationId xmlns:a16="http://schemas.microsoft.com/office/drawing/2014/main" id="{DA073AB2-EADE-4236-BB7E-5E795A6B49CB}"/>
              </a:ext>
            </a:extLst>
          </p:cNvPr>
          <p:cNvCxnSpPr/>
          <p:nvPr/>
        </p:nvCxnSpPr>
        <p:spPr>
          <a:xfrm xmlns:a="http://schemas.openxmlformats.org/drawingml/2006/main">
            <a:off x="9972675" y="4619625"/>
            <a:ext cx="1905000" cy="0"/>
          </a:xfrm>
          <a:prstGeom xmlns:a="http://schemas.openxmlformats.org/drawingml/2006/main" prst="straightConnector1">
            <a:avLst/>
          </a:prstGeom>
          <a:ln xmlns:a="http://schemas.openxmlformats.org/drawingml/2006/main" w="19050">
            <a:solidFill>
              <a:srgbClr val="C5D6D8"/>
            </a:solidFill>
            <a:tailEnd type="arrow" w="med" len="med"/>
          </a:ln>
        </p:spPr>
      </p:cxnSp>
      <p:sp>
        <p:nvSpPr>
          <p:cNvPr id="24" name="">
            <a:extLst xmlns:a="http://schemas.openxmlformats.org/drawingml/2006/main">
              <a:ext uri="{FF2B5EF4-FFF2-40B4-BE49-F238E27FC236}">
                <a16:creationId xmlns:a16="http://schemas.microsoft.com/office/drawing/2014/main" id="{0090A0D4-237E-4180-A8CB-D889DE29D7A8}"/>
              </a:ext>
            </a:extLst>
          </p:cNvPr>
          <p:cNvSpPr>
            <a:spLocks xmlns:a="http://schemas.openxmlformats.org/drawingml/2006/main" noGrp="1"/>
          </p:cNvSpPr>
          <p:nvPr/>
        </p:nvSpPr>
        <p:spPr>
          <a:xfrm xmlns:a="http://schemas.openxmlformats.org/drawingml/2006/main">
            <a:off x="9239250" y="5114925"/>
            <a:ext cx="2514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75" b="1">
                <a:solidFill>
                  <a:srgbClr val="173347"/>
                </a:solidFill>
                <a:latin typeface="Helvetica Neue"/>
                <a:ea typeface="Helvetica Neue"/>
                <a:cs typeface="Helvetica Neue"/>
              </a:defRPr>
            </a:defPPr>
            <a:lvl1pPr algn="l">
              <a:defRPr sz="2175" b="1">
                <a:solidFill>
                  <a:srgbClr val="173347"/>
                </a:solidFill>
                <a:latin typeface="Helvetica Neue"/>
                <a:ea typeface="Helvetica Neue"/>
                <a:cs typeface="Helvetica Neue"/>
              </a:defRPr>
            </a:lvl1pPr>
            <a:lvl2pPr algn="l">
              <a:defRPr sz="2175" b="1">
                <a:solidFill>
                  <a:srgbClr val="173347"/>
                </a:solidFill>
                <a:latin typeface="Helvetica Neue"/>
                <a:ea typeface="Helvetica Neue"/>
                <a:cs typeface="Helvetica Neue"/>
              </a:defRPr>
            </a:lvl2pPr>
            <a:lvl3pPr algn="l">
              <a:defRPr sz="2175" b="1">
                <a:solidFill>
                  <a:srgbClr val="173347"/>
                </a:solidFill>
                <a:latin typeface="Helvetica Neue"/>
                <a:ea typeface="Helvetica Neue"/>
                <a:cs typeface="Helvetica Neue"/>
              </a:defRPr>
            </a:lvl3pPr>
            <a:lvl4pPr algn="l">
              <a:defRPr sz="2175" b="1">
                <a:solidFill>
                  <a:srgbClr val="173347"/>
                </a:solidFill>
                <a:latin typeface="Helvetica Neue"/>
                <a:ea typeface="Helvetica Neue"/>
                <a:cs typeface="Helvetica Neue"/>
              </a:defRPr>
            </a:lvl4pPr>
            <a:lvl5pPr algn="l">
              <a:defRPr sz="2175" b="1">
                <a:solidFill>
                  <a:srgbClr val="173347"/>
                </a:solidFill>
                <a:latin typeface="Helvetica Neue"/>
                <a:ea typeface="Helvetica Neue"/>
                <a:cs typeface="Helvetica Neue"/>
              </a:defRPr>
            </a:lvl5pPr>
            <a:lvl6pPr algn="l">
              <a:defRPr sz="2175" b="1">
                <a:solidFill>
                  <a:srgbClr val="173347"/>
                </a:solidFill>
                <a:latin typeface="Helvetica Neue"/>
                <a:ea typeface="Helvetica Neue"/>
                <a:cs typeface="Helvetica Neue"/>
              </a:defRPr>
            </a:lvl6pPr>
            <a:lvl7pPr algn="l">
              <a:defRPr sz="2175" b="1">
                <a:solidFill>
                  <a:srgbClr val="173347"/>
                </a:solidFill>
                <a:latin typeface="Helvetica Neue"/>
                <a:ea typeface="Helvetica Neue"/>
                <a:cs typeface="Helvetica Neue"/>
              </a:defRPr>
            </a:lvl7pPr>
            <a:lvl8pPr algn="l">
              <a:defRPr sz="2175" b="1">
                <a:solidFill>
                  <a:srgbClr val="173347"/>
                </a:solidFill>
                <a:latin typeface="Helvetica Neue"/>
                <a:ea typeface="Helvetica Neue"/>
                <a:cs typeface="Helvetica Neue"/>
              </a:defRPr>
            </a:lvl8pPr>
            <a:lvl9pPr algn="l">
              <a:defRPr sz="2175" b="1">
                <a:solidFill>
                  <a:srgbClr val="173347"/>
                </a:solidFill>
                <a:latin typeface="Helvetica Neue"/>
                <a:ea typeface="Helvetica Neue"/>
                <a:cs typeface="Helvetica Neue"/>
              </a:defRPr>
            </a:lvl9pPr>
          </a:lstStyle>
          <a:p xmlns:a="http://schemas.openxmlformats.org/drawingml/2006/main">
            <a:pPr algn="l">
              <a:defRPr sz="2175" b="1">
                <a:solidFill>
                  <a:srgbClr val="173347"/>
                </a:solidFill>
                <a:latin typeface="Helvetica Neue"/>
                <a:ea typeface="Helvetica Neue"/>
                <a:cs typeface="Helvetica Neue"/>
              </a:defRPr>
            </a:pPr>
            <a:r>
              <a:rPr sz="2175" b="1">
                <a:solidFill>
                  <a:srgbClr val="173347"/>
                </a:solidFill>
                <a:latin typeface="Helvetica Neue"/>
                <a:ea typeface="Helvetica Neue"/>
                <a:cs typeface="Helvetica Neue"/>
              </a:rPr>
              <a:t>Результат</a:t>
            </a:r>
          </a:p>
          <a:p xmlns:a="http://schemas.openxmlformats.org/drawingml/2006/main">
            <a:pPr algn="l">
              <a:defRPr sz="2175" b="1">
                <a:solidFill>
                  <a:srgbClr val="173347"/>
                </a:solidFill>
                <a:latin typeface="Helvetica Neue"/>
                <a:ea typeface="Helvetica Neue"/>
                <a:cs typeface="Helvetica Neue"/>
              </a:defRPr>
            </a:pPr>
            <a:r>
              <a:rPr sz="2175" b="1">
                <a:solidFill>
                  <a:srgbClr val="173347"/>
                </a:solidFill>
                <a:latin typeface="Helvetica Neue"/>
                <a:ea typeface="Helvetica Neue"/>
                <a:cs typeface="Helvetica Neue"/>
              </a:rPr>
              <a:t>занятия</a:t>
            </a:r>
          </a:p>
        </p:txBody>
      </p:sp>
      <p:sp>
        <p:nvSpPr>
          <p:cNvPr id="25" name="">
            <a:extLst xmlns:a="http://schemas.openxmlformats.org/drawingml/2006/main">
              <a:ext uri="{FF2B5EF4-FFF2-40B4-BE49-F238E27FC236}">
                <a16:creationId xmlns:a16="http://schemas.microsoft.com/office/drawing/2014/main" id="{C38D12B8-8E1F-4A5B-9576-3F6BF30B9D82}"/>
              </a:ext>
            </a:extLst>
          </p:cNvPr>
          <p:cNvSpPr>
            <a:spLocks xmlns:a="http://schemas.openxmlformats.org/drawingml/2006/main" noGrp="1"/>
          </p:cNvSpPr>
          <p:nvPr/>
        </p:nvSpPr>
        <p:spPr>
          <a:xfrm xmlns:a="http://schemas.openxmlformats.org/drawingml/2006/main">
            <a:off x="9239250" y="6038850"/>
            <a:ext cx="25431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650" b="0">
                <a:solidFill>
                  <a:srgbClr val="607581"/>
                </a:solidFill>
                <a:latin typeface="Helvetica Neue"/>
                <a:ea typeface="Helvetica Neue"/>
                <a:cs typeface="Helvetica Neue"/>
              </a:defRPr>
            </a:defPPr>
            <a:lvl1pPr algn="l">
              <a:defRPr sz="1650" b="0">
                <a:solidFill>
                  <a:srgbClr val="607581"/>
                </a:solidFill>
                <a:latin typeface="Helvetica Neue"/>
                <a:ea typeface="Helvetica Neue"/>
                <a:cs typeface="Helvetica Neue"/>
              </a:defRPr>
            </a:lvl1pPr>
            <a:lvl2pPr algn="l">
              <a:defRPr sz="1650" b="0">
                <a:solidFill>
                  <a:srgbClr val="607581"/>
                </a:solidFill>
                <a:latin typeface="Helvetica Neue"/>
                <a:ea typeface="Helvetica Neue"/>
                <a:cs typeface="Helvetica Neue"/>
              </a:defRPr>
            </a:lvl2pPr>
            <a:lvl3pPr algn="l">
              <a:defRPr sz="1650" b="0">
                <a:solidFill>
                  <a:srgbClr val="607581"/>
                </a:solidFill>
                <a:latin typeface="Helvetica Neue"/>
                <a:ea typeface="Helvetica Neue"/>
                <a:cs typeface="Helvetica Neue"/>
              </a:defRPr>
            </a:lvl3pPr>
            <a:lvl4pPr algn="l">
              <a:defRPr sz="1650" b="0">
                <a:solidFill>
                  <a:srgbClr val="607581"/>
                </a:solidFill>
                <a:latin typeface="Helvetica Neue"/>
                <a:ea typeface="Helvetica Neue"/>
                <a:cs typeface="Helvetica Neue"/>
              </a:defRPr>
            </a:lvl4pPr>
            <a:lvl5pPr algn="l">
              <a:defRPr sz="1650" b="0">
                <a:solidFill>
                  <a:srgbClr val="607581"/>
                </a:solidFill>
                <a:latin typeface="Helvetica Neue"/>
                <a:ea typeface="Helvetica Neue"/>
                <a:cs typeface="Helvetica Neue"/>
              </a:defRPr>
            </a:lvl5pPr>
            <a:lvl6pPr algn="l">
              <a:defRPr sz="1650" b="0">
                <a:solidFill>
                  <a:srgbClr val="607581"/>
                </a:solidFill>
                <a:latin typeface="Helvetica Neue"/>
                <a:ea typeface="Helvetica Neue"/>
                <a:cs typeface="Helvetica Neue"/>
              </a:defRPr>
            </a:lvl6pPr>
            <a:lvl7pPr algn="l">
              <a:defRPr sz="1650" b="0">
                <a:solidFill>
                  <a:srgbClr val="607581"/>
                </a:solidFill>
                <a:latin typeface="Helvetica Neue"/>
                <a:ea typeface="Helvetica Neue"/>
                <a:cs typeface="Helvetica Neue"/>
              </a:defRPr>
            </a:lvl7pPr>
            <a:lvl8pPr algn="l">
              <a:defRPr sz="1650" b="0">
                <a:solidFill>
                  <a:srgbClr val="607581"/>
                </a:solidFill>
                <a:latin typeface="Helvetica Neue"/>
                <a:ea typeface="Helvetica Neue"/>
                <a:cs typeface="Helvetica Neue"/>
              </a:defRPr>
            </a:lvl8pPr>
            <a:lvl9pPr algn="l">
              <a:defRPr sz="1650" b="0">
                <a:solidFill>
                  <a:srgbClr val="607581"/>
                </a:solidFill>
                <a:latin typeface="Helvetica Neue"/>
                <a:ea typeface="Helvetica Neue"/>
                <a:cs typeface="Helvetica Neue"/>
              </a:defRPr>
            </a:lvl9pPr>
          </a:lstStyle>
          <a:p xmlns:a="http://schemas.openxmlformats.org/drawingml/2006/main">
            <a:pPr algn="l">
              <a:defRPr sz="1650" b="0">
                <a:solidFill>
                  <a:srgbClr val="607581"/>
                </a:solidFill>
                <a:latin typeface="Helvetica Neue"/>
                <a:ea typeface="Helvetica Neue"/>
                <a:cs typeface="Helvetica Neue"/>
              </a:defRPr>
            </a:pPr>
            <a:r>
              <a:rPr sz="1650" b="0">
                <a:solidFill>
                  <a:srgbClr val="607581"/>
                </a:solidFill>
                <a:latin typeface="Helvetica Neue"/>
                <a:ea typeface="Helvetica Neue"/>
                <a:cs typeface="Helvetica Neue"/>
              </a:rPr>
              <a:t>Платформа сохраняет</a:t>
            </a:r>
          </a:p>
          <a:p xmlns:a="http://schemas.openxmlformats.org/drawingml/2006/main">
            <a:pPr algn="l">
              <a:defRPr sz="1650" b="0">
                <a:solidFill>
                  <a:srgbClr val="607581"/>
                </a:solidFill>
                <a:latin typeface="Helvetica Neue"/>
                <a:ea typeface="Helvetica Neue"/>
                <a:cs typeface="Helvetica Neue"/>
              </a:defRPr>
            </a:pPr>
            <a:r>
              <a:rPr sz="1650" b="0">
                <a:solidFill>
                  <a:srgbClr val="607581"/>
                </a:solidFill>
                <a:latin typeface="Helvetica Neue"/>
                <a:ea typeface="Helvetica Neue"/>
                <a:cs typeface="Helvetica Neue"/>
              </a:rPr>
              <a:t>ответы, использованную</a:t>
            </a:r>
          </a:p>
          <a:p xmlns:a="http://schemas.openxmlformats.org/drawingml/2006/main">
            <a:pPr algn="l">
              <a:defRPr sz="1650" b="0">
                <a:solidFill>
                  <a:srgbClr val="607581"/>
                </a:solidFill>
                <a:latin typeface="Helvetica Neue"/>
                <a:ea typeface="Helvetica Neue"/>
                <a:cs typeface="Helvetica Neue"/>
              </a:defRPr>
            </a:pPr>
            <a:r>
              <a:rPr sz="1650" b="0">
                <a:solidFill>
                  <a:srgbClr val="607581"/>
                </a:solidFill>
                <a:latin typeface="Helvetica Neue"/>
                <a:ea typeface="Helvetica Neue"/>
                <a:cs typeface="Helvetica Neue"/>
              </a:rPr>
              <a:t>помощь и статус попытки.</a:t>
            </a:r>
          </a:p>
        </p:txBody>
      </p:sp>
      <p:sp>
        <p:nvSpPr>
          <p:cNvPr id="26" name="">
            <a:extLst xmlns:a="http://schemas.openxmlformats.org/drawingml/2006/main">
              <a:ext uri="{FF2B5EF4-FFF2-40B4-BE49-F238E27FC236}">
                <a16:creationId xmlns:a16="http://schemas.microsoft.com/office/drawing/2014/main" id="{FED16CA2-1B30-4DC7-B2AC-88D317644F62}"/>
              </a:ext>
            </a:extLst>
          </p:cNvPr>
          <p:cNvSpPr>
            <a:spLocks xmlns:a="http://schemas.openxmlformats.org/drawingml/2006/main" noGrp="1"/>
          </p:cNvSpPr>
          <p:nvPr/>
        </p:nvSpPr>
        <p:spPr>
          <a:xfrm xmlns:a="http://schemas.openxmlformats.org/drawingml/2006/main">
            <a:off x="9239250" y="7181850"/>
            <a:ext cx="25431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575" b="1">
                <a:solidFill>
                  <a:srgbClr val="247C63"/>
                </a:solidFill>
                <a:latin typeface="Helvetica Neue"/>
                <a:ea typeface="Helvetica Neue"/>
                <a:cs typeface="Helvetica Neue"/>
              </a:defRPr>
            </a:defPPr>
            <a:lvl1pPr algn="l">
              <a:defRPr sz="1575" b="1">
                <a:solidFill>
                  <a:srgbClr val="247C63"/>
                </a:solidFill>
                <a:latin typeface="Helvetica Neue"/>
                <a:ea typeface="Helvetica Neue"/>
                <a:cs typeface="Helvetica Neue"/>
              </a:defRPr>
            </a:lvl1pPr>
            <a:lvl2pPr algn="l">
              <a:defRPr sz="1575" b="1">
                <a:solidFill>
                  <a:srgbClr val="247C63"/>
                </a:solidFill>
                <a:latin typeface="Helvetica Neue"/>
                <a:ea typeface="Helvetica Neue"/>
                <a:cs typeface="Helvetica Neue"/>
              </a:defRPr>
            </a:lvl2pPr>
            <a:lvl3pPr algn="l">
              <a:defRPr sz="1575" b="1">
                <a:solidFill>
                  <a:srgbClr val="247C63"/>
                </a:solidFill>
                <a:latin typeface="Helvetica Neue"/>
                <a:ea typeface="Helvetica Neue"/>
                <a:cs typeface="Helvetica Neue"/>
              </a:defRPr>
            </a:lvl3pPr>
            <a:lvl4pPr algn="l">
              <a:defRPr sz="1575" b="1">
                <a:solidFill>
                  <a:srgbClr val="247C63"/>
                </a:solidFill>
                <a:latin typeface="Helvetica Neue"/>
                <a:ea typeface="Helvetica Neue"/>
                <a:cs typeface="Helvetica Neue"/>
              </a:defRPr>
            </a:lvl4pPr>
            <a:lvl5pPr algn="l">
              <a:defRPr sz="1575" b="1">
                <a:solidFill>
                  <a:srgbClr val="247C63"/>
                </a:solidFill>
                <a:latin typeface="Helvetica Neue"/>
                <a:ea typeface="Helvetica Neue"/>
                <a:cs typeface="Helvetica Neue"/>
              </a:defRPr>
            </a:lvl5pPr>
            <a:lvl6pPr algn="l">
              <a:defRPr sz="1575" b="1">
                <a:solidFill>
                  <a:srgbClr val="247C63"/>
                </a:solidFill>
                <a:latin typeface="Helvetica Neue"/>
                <a:ea typeface="Helvetica Neue"/>
                <a:cs typeface="Helvetica Neue"/>
              </a:defRPr>
            </a:lvl6pPr>
            <a:lvl7pPr algn="l">
              <a:defRPr sz="1575" b="1">
                <a:solidFill>
                  <a:srgbClr val="247C63"/>
                </a:solidFill>
                <a:latin typeface="Helvetica Neue"/>
                <a:ea typeface="Helvetica Neue"/>
                <a:cs typeface="Helvetica Neue"/>
              </a:defRPr>
            </a:lvl7pPr>
            <a:lvl8pPr algn="l">
              <a:defRPr sz="1575" b="1">
                <a:solidFill>
                  <a:srgbClr val="247C63"/>
                </a:solidFill>
                <a:latin typeface="Helvetica Neue"/>
                <a:ea typeface="Helvetica Neue"/>
                <a:cs typeface="Helvetica Neue"/>
              </a:defRPr>
            </a:lvl8pPr>
            <a:lvl9pPr algn="l">
              <a:defRPr sz="1575" b="1">
                <a:solidFill>
                  <a:srgbClr val="247C63"/>
                </a:solidFill>
                <a:latin typeface="Helvetica Neue"/>
                <a:ea typeface="Helvetica Neue"/>
                <a:cs typeface="Helvetica Neue"/>
              </a:defRPr>
            </a:lvl9pPr>
          </a:lstStyle>
          <a:p xmlns:a="http://schemas.openxmlformats.org/drawingml/2006/main">
            <a:pPr algn="l">
              <a:defRPr sz="1575" b="1">
                <a:solidFill>
                  <a:srgbClr val="247C63"/>
                </a:solidFill>
                <a:latin typeface="Helvetica Neue"/>
                <a:ea typeface="Helvetica Neue"/>
                <a:cs typeface="Helvetica Neue"/>
              </a:defRPr>
            </a:pPr>
            <a:r>
              <a:rPr sz="1575" b="1">
                <a:solidFill>
                  <a:srgbClr val="247C63"/>
                </a:solidFill>
                <a:latin typeface="Helvetica Neue"/>
                <a:ea typeface="Helvetica Neue"/>
                <a:cs typeface="Helvetica Neue"/>
              </a:rPr>
              <a:t>Результат в истории</a:t>
            </a:r>
          </a:p>
        </p:txBody>
      </p:sp>
      <p:sp>
        <p:nvSpPr>
          <p:cNvPr id="27" name="">
            <a:extLst xmlns:a="http://schemas.openxmlformats.org/drawingml/2006/main">
              <a:ext uri="{FF2B5EF4-FFF2-40B4-BE49-F238E27FC236}">
                <a16:creationId xmlns:a16="http://schemas.microsoft.com/office/drawing/2014/main" id="{3B4BD34D-2034-4A08-90EF-3619C1319E90}"/>
              </a:ext>
            </a:extLst>
          </p:cNvPr>
          <p:cNvSpPr>
            <a:spLocks xmlns:a="http://schemas.openxmlformats.org/drawingml/2006/main" noGrp="1"/>
          </p:cNvSpPr>
          <p:nvPr/>
        </p:nvSpPr>
        <p:spPr>
          <a:xfrm xmlns:a="http://schemas.openxmlformats.org/drawingml/2006/main">
            <a:off x="12115800" y="4352925"/>
            <a:ext cx="533400" cy="533400"/>
          </a:xfrm>
          <a:prstGeom xmlns:a="http://schemas.openxmlformats.org/drawingml/2006/main" prst="ellipse">
            <a:avLst/>
          </a:prstGeom>
          <a:solidFill xmlns:a="http://schemas.openxmlformats.org/drawingml/2006/main">
            <a:srgbClr val="247C63"/>
          </a:solidFill>
          <a:ln xmlns:a="http://schemas.openxmlformats.org/drawingml/2006/main" w="0">
            <a:noFill/>
          </a:ln>
        </p:spPr>
        <p:txBody>
          <a:bodyPr xmlns:a="http://schemas.openxmlformats.org/drawingml/2006/main" lIns="0" tIns="0" rIns="0" bIns="0" anchor="ctr"/>
          <a:lstStyle xmlns:a="http://schemas.openxmlformats.org/drawingml/2006/main">
            <a:defPPr algn="ctr">
              <a:defRPr sz="1875" b="1">
                <a:solidFill>
                  <a:srgbClr val="FFFFFF"/>
                </a:solidFill>
                <a:latin typeface="Helvetica Neue"/>
                <a:ea typeface="Helvetica Neue"/>
                <a:cs typeface="Helvetica Neue"/>
              </a:defRPr>
            </a:defPPr>
            <a:lvl1pPr algn="ctr">
              <a:defRPr sz="1875" b="1">
                <a:solidFill>
                  <a:srgbClr val="FFFFFF"/>
                </a:solidFill>
                <a:latin typeface="Helvetica Neue"/>
                <a:ea typeface="Helvetica Neue"/>
                <a:cs typeface="Helvetica Neue"/>
              </a:defRPr>
            </a:lvl1pPr>
            <a:lvl2pPr algn="ctr">
              <a:defRPr sz="1875" b="1">
                <a:solidFill>
                  <a:srgbClr val="FFFFFF"/>
                </a:solidFill>
                <a:latin typeface="Helvetica Neue"/>
                <a:ea typeface="Helvetica Neue"/>
                <a:cs typeface="Helvetica Neue"/>
              </a:defRPr>
            </a:lvl2pPr>
            <a:lvl3pPr algn="ctr">
              <a:defRPr sz="1875" b="1">
                <a:solidFill>
                  <a:srgbClr val="FFFFFF"/>
                </a:solidFill>
                <a:latin typeface="Helvetica Neue"/>
                <a:ea typeface="Helvetica Neue"/>
                <a:cs typeface="Helvetica Neue"/>
              </a:defRPr>
            </a:lvl3pPr>
            <a:lvl4pPr algn="ctr">
              <a:defRPr sz="1875" b="1">
                <a:solidFill>
                  <a:srgbClr val="FFFFFF"/>
                </a:solidFill>
                <a:latin typeface="Helvetica Neue"/>
                <a:ea typeface="Helvetica Neue"/>
                <a:cs typeface="Helvetica Neue"/>
              </a:defRPr>
            </a:lvl4pPr>
            <a:lvl5pPr algn="ctr">
              <a:defRPr sz="1875" b="1">
                <a:solidFill>
                  <a:srgbClr val="FFFFFF"/>
                </a:solidFill>
                <a:latin typeface="Helvetica Neue"/>
                <a:ea typeface="Helvetica Neue"/>
                <a:cs typeface="Helvetica Neue"/>
              </a:defRPr>
            </a:lvl5pPr>
            <a:lvl6pPr algn="ctr">
              <a:defRPr sz="1875" b="1">
                <a:solidFill>
                  <a:srgbClr val="FFFFFF"/>
                </a:solidFill>
                <a:latin typeface="Helvetica Neue"/>
                <a:ea typeface="Helvetica Neue"/>
                <a:cs typeface="Helvetica Neue"/>
              </a:defRPr>
            </a:lvl6pPr>
            <a:lvl7pPr algn="ctr">
              <a:defRPr sz="1875" b="1">
                <a:solidFill>
                  <a:srgbClr val="FFFFFF"/>
                </a:solidFill>
                <a:latin typeface="Helvetica Neue"/>
                <a:ea typeface="Helvetica Neue"/>
                <a:cs typeface="Helvetica Neue"/>
              </a:defRPr>
            </a:lvl7pPr>
            <a:lvl8pPr algn="ctr">
              <a:defRPr sz="1875" b="1">
                <a:solidFill>
                  <a:srgbClr val="FFFFFF"/>
                </a:solidFill>
                <a:latin typeface="Helvetica Neue"/>
                <a:ea typeface="Helvetica Neue"/>
                <a:cs typeface="Helvetica Neue"/>
              </a:defRPr>
            </a:lvl8pPr>
            <a:lvl9pPr algn="ctr">
              <a:defRPr sz="1875" b="1">
                <a:solidFill>
                  <a:srgbClr val="FFFFFF"/>
                </a:solidFill>
                <a:latin typeface="Helvetica Neue"/>
                <a:ea typeface="Helvetica Neue"/>
                <a:cs typeface="Helvetica Neue"/>
              </a:defRPr>
            </a:lvl9pPr>
          </a:lstStyle>
          <a:p xmlns:a="http://schemas.openxmlformats.org/drawingml/2006/main">
            <a:pPr algn="ct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5</a:t>
            </a:r>
          </a:p>
        </p:txBody>
      </p:sp>
      <p:sp>
        <p:nvSpPr>
          <p:cNvPr id="28" name="">
            <a:extLst xmlns:a="http://schemas.openxmlformats.org/drawingml/2006/main">
              <a:ext uri="{FF2B5EF4-FFF2-40B4-BE49-F238E27FC236}">
                <a16:creationId xmlns:a16="http://schemas.microsoft.com/office/drawing/2014/main" id="{4DCC33B4-F99F-4DA6-8097-AE5A409EA3C2}"/>
              </a:ext>
            </a:extLst>
          </p:cNvPr>
          <p:cNvSpPr>
            <a:spLocks xmlns:a="http://schemas.openxmlformats.org/drawingml/2006/main" noGrp="1"/>
          </p:cNvSpPr>
          <p:nvPr/>
        </p:nvSpPr>
        <p:spPr>
          <a:xfrm xmlns:a="http://schemas.openxmlformats.org/drawingml/2006/main">
            <a:off x="12115800" y="5114925"/>
            <a:ext cx="2514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75" b="1">
                <a:solidFill>
                  <a:srgbClr val="173347"/>
                </a:solidFill>
                <a:latin typeface="Helvetica Neue"/>
                <a:ea typeface="Helvetica Neue"/>
                <a:cs typeface="Helvetica Neue"/>
              </a:defRPr>
            </a:defPPr>
            <a:lvl1pPr algn="l">
              <a:defRPr sz="2175" b="1">
                <a:solidFill>
                  <a:srgbClr val="173347"/>
                </a:solidFill>
                <a:latin typeface="Helvetica Neue"/>
                <a:ea typeface="Helvetica Neue"/>
                <a:cs typeface="Helvetica Neue"/>
              </a:defRPr>
            </a:lvl1pPr>
            <a:lvl2pPr algn="l">
              <a:defRPr sz="2175" b="1">
                <a:solidFill>
                  <a:srgbClr val="173347"/>
                </a:solidFill>
                <a:latin typeface="Helvetica Neue"/>
                <a:ea typeface="Helvetica Neue"/>
                <a:cs typeface="Helvetica Neue"/>
              </a:defRPr>
            </a:lvl2pPr>
            <a:lvl3pPr algn="l">
              <a:defRPr sz="2175" b="1">
                <a:solidFill>
                  <a:srgbClr val="173347"/>
                </a:solidFill>
                <a:latin typeface="Helvetica Neue"/>
                <a:ea typeface="Helvetica Neue"/>
                <a:cs typeface="Helvetica Neue"/>
              </a:defRPr>
            </a:lvl3pPr>
            <a:lvl4pPr algn="l">
              <a:defRPr sz="2175" b="1">
                <a:solidFill>
                  <a:srgbClr val="173347"/>
                </a:solidFill>
                <a:latin typeface="Helvetica Neue"/>
                <a:ea typeface="Helvetica Neue"/>
                <a:cs typeface="Helvetica Neue"/>
              </a:defRPr>
            </a:lvl4pPr>
            <a:lvl5pPr algn="l">
              <a:defRPr sz="2175" b="1">
                <a:solidFill>
                  <a:srgbClr val="173347"/>
                </a:solidFill>
                <a:latin typeface="Helvetica Neue"/>
                <a:ea typeface="Helvetica Neue"/>
                <a:cs typeface="Helvetica Neue"/>
              </a:defRPr>
            </a:lvl5pPr>
            <a:lvl6pPr algn="l">
              <a:defRPr sz="2175" b="1">
                <a:solidFill>
                  <a:srgbClr val="173347"/>
                </a:solidFill>
                <a:latin typeface="Helvetica Neue"/>
                <a:ea typeface="Helvetica Neue"/>
                <a:cs typeface="Helvetica Neue"/>
              </a:defRPr>
            </a:lvl6pPr>
            <a:lvl7pPr algn="l">
              <a:defRPr sz="2175" b="1">
                <a:solidFill>
                  <a:srgbClr val="173347"/>
                </a:solidFill>
                <a:latin typeface="Helvetica Neue"/>
                <a:ea typeface="Helvetica Neue"/>
                <a:cs typeface="Helvetica Neue"/>
              </a:defRPr>
            </a:lvl7pPr>
            <a:lvl8pPr algn="l">
              <a:defRPr sz="2175" b="1">
                <a:solidFill>
                  <a:srgbClr val="173347"/>
                </a:solidFill>
                <a:latin typeface="Helvetica Neue"/>
                <a:ea typeface="Helvetica Neue"/>
                <a:cs typeface="Helvetica Neue"/>
              </a:defRPr>
            </a:lvl8pPr>
            <a:lvl9pPr algn="l">
              <a:defRPr sz="2175" b="1">
                <a:solidFill>
                  <a:srgbClr val="173347"/>
                </a:solidFill>
                <a:latin typeface="Helvetica Neue"/>
                <a:ea typeface="Helvetica Neue"/>
                <a:cs typeface="Helvetica Neue"/>
              </a:defRPr>
            </a:lvl9pPr>
          </a:lstStyle>
          <a:p xmlns:a="http://schemas.openxmlformats.org/drawingml/2006/main">
            <a:pPr algn="l">
              <a:defRPr sz="2175" b="1">
                <a:solidFill>
                  <a:srgbClr val="173347"/>
                </a:solidFill>
                <a:latin typeface="Helvetica Neue"/>
                <a:ea typeface="Helvetica Neue"/>
                <a:cs typeface="Helvetica Neue"/>
              </a:defRPr>
            </a:pPr>
            <a:r>
              <a:rPr sz="2175" b="1">
                <a:solidFill>
                  <a:srgbClr val="173347"/>
                </a:solidFill>
                <a:latin typeface="Helvetica Neue"/>
                <a:ea typeface="Helvetica Neue"/>
                <a:cs typeface="Helvetica Neue"/>
              </a:rPr>
              <a:t>Следующий</a:t>
            </a:r>
          </a:p>
          <a:p xmlns:a="http://schemas.openxmlformats.org/drawingml/2006/main">
            <a:pPr algn="l">
              <a:defRPr sz="2175" b="1">
                <a:solidFill>
                  <a:srgbClr val="173347"/>
                </a:solidFill>
                <a:latin typeface="Helvetica Neue"/>
                <a:ea typeface="Helvetica Neue"/>
                <a:cs typeface="Helvetica Neue"/>
              </a:defRPr>
            </a:pPr>
            <a:r>
              <a:rPr sz="2175" b="1">
                <a:solidFill>
                  <a:srgbClr val="173347"/>
                </a:solidFill>
                <a:latin typeface="Helvetica Neue"/>
                <a:ea typeface="Helvetica Neue"/>
                <a:cs typeface="Helvetica Neue"/>
              </a:rPr>
              <a:t>шаг</a:t>
            </a:r>
          </a:p>
        </p:txBody>
      </p:sp>
      <p:sp>
        <p:nvSpPr>
          <p:cNvPr id="29" name="">
            <a:extLst xmlns:a="http://schemas.openxmlformats.org/drawingml/2006/main">
              <a:ext uri="{FF2B5EF4-FFF2-40B4-BE49-F238E27FC236}">
                <a16:creationId xmlns:a16="http://schemas.microsoft.com/office/drawing/2014/main" id="{3C5284E5-0440-402A-80B0-F132E7237FE8}"/>
              </a:ext>
            </a:extLst>
          </p:cNvPr>
          <p:cNvSpPr>
            <a:spLocks xmlns:a="http://schemas.openxmlformats.org/drawingml/2006/main" noGrp="1"/>
          </p:cNvSpPr>
          <p:nvPr/>
        </p:nvSpPr>
        <p:spPr>
          <a:xfrm xmlns:a="http://schemas.openxmlformats.org/drawingml/2006/main">
            <a:off x="12115800" y="6038850"/>
            <a:ext cx="25431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650" b="0">
                <a:solidFill>
                  <a:srgbClr val="607581"/>
                </a:solidFill>
                <a:latin typeface="Helvetica Neue"/>
                <a:ea typeface="Helvetica Neue"/>
                <a:cs typeface="Helvetica Neue"/>
              </a:defRPr>
            </a:defPPr>
            <a:lvl1pPr algn="l">
              <a:defRPr sz="1650" b="0">
                <a:solidFill>
                  <a:srgbClr val="607581"/>
                </a:solidFill>
                <a:latin typeface="Helvetica Neue"/>
                <a:ea typeface="Helvetica Neue"/>
                <a:cs typeface="Helvetica Neue"/>
              </a:defRPr>
            </a:lvl1pPr>
            <a:lvl2pPr algn="l">
              <a:defRPr sz="1650" b="0">
                <a:solidFill>
                  <a:srgbClr val="607581"/>
                </a:solidFill>
                <a:latin typeface="Helvetica Neue"/>
                <a:ea typeface="Helvetica Neue"/>
                <a:cs typeface="Helvetica Neue"/>
              </a:defRPr>
            </a:lvl2pPr>
            <a:lvl3pPr algn="l">
              <a:defRPr sz="1650" b="0">
                <a:solidFill>
                  <a:srgbClr val="607581"/>
                </a:solidFill>
                <a:latin typeface="Helvetica Neue"/>
                <a:ea typeface="Helvetica Neue"/>
                <a:cs typeface="Helvetica Neue"/>
              </a:defRPr>
            </a:lvl3pPr>
            <a:lvl4pPr algn="l">
              <a:defRPr sz="1650" b="0">
                <a:solidFill>
                  <a:srgbClr val="607581"/>
                </a:solidFill>
                <a:latin typeface="Helvetica Neue"/>
                <a:ea typeface="Helvetica Neue"/>
                <a:cs typeface="Helvetica Neue"/>
              </a:defRPr>
            </a:lvl4pPr>
            <a:lvl5pPr algn="l">
              <a:defRPr sz="1650" b="0">
                <a:solidFill>
                  <a:srgbClr val="607581"/>
                </a:solidFill>
                <a:latin typeface="Helvetica Neue"/>
                <a:ea typeface="Helvetica Neue"/>
                <a:cs typeface="Helvetica Neue"/>
              </a:defRPr>
            </a:lvl5pPr>
            <a:lvl6pPr algn="l">
              <a:defRPr sz="1650" b="0">
                <a:solidFill>
                  <a:srgbClr val="607581"/>
                </a:solidFill>
                <a:latin typeface="Helvetica Neue"/>
                <a:ea typeface="Helvetica Neue"/>
                <a:cs typeface="Helvetica Neue"/>
              </a:defRPr>
            </a:lvl6pPr>
            <a:lvl7pPr algn="l">
              <a:defRPr sz="1650" b="0">
                <a:solidFill>
                  <a:srgbClr val="607581"/>
                </a:solidFill>
                <a:latin typeface="Helvetica Neue"/>
                <a:ea typeface="Helvetica Neue"/>
                <a:cs typeface="Helvetica Neue"/>
              </a:defRPr>
            </a:lvl7pPr>
            <a:lvl8pPr algn="l">
              <a:defRPr sz="1650" b="0">
                <a:solidFill>
                  <a:srgbClr val="607581"/>
                </a:solidFill>
                <a:latin typeface="Helvetica Neue"/>
                <a:ea typeface="Helvetica Neue"/>
                <a:cs typeface="Helvetica Neue"/>
              </a:defRPr>
            </a:lvl8pPr>
            <a:lvl9pPr algn="l">
              <a:defRPr sz="1650" b="0">
                <a:solidFill>
                  <a:srgbClr val="607581"/>
                </a:solidFill>
                <a:latin typeface="Helvetica Neue"/>
                <a:ea typeface="Helvetica Neue"/>
                <a:cs typeface="Helvetica Neue"/>
              </a:defRPr>
            </a:lvl9pPr>
          </a:lstStyle>
          <a:p xmlns:a="http://schemas.openxmlformats.org/drawingml/2006/main">
            <a:pPr algn="l">
              <a:defRPr sz="1650" b="0">
                <a:solidFill>
                  <a:srgbClr val="607581"/>
                </a:solidFill>
                <a:latin typeface="Helvetica Neue"/>
                <a:ea typeface="Helvetica Neue"/>
                <a:cs typeface="Helvetica Neue"/>
              </a:defRPr>
            </a:pPr>
            <a:r>
              <a:rPr sz="1650" b="0">
                <a:solidFill>
                  <a:srgbClr val="607581"/>
                </a:solidFill>
                <a:latin typeface="Helvetica Neue"/>
                <a:ea typeface="Helvetica Neue"/>
                <a:cs typeface="Helvetica Neue"/>
              </a:rPr>
              <a:t>Родитель смотрит историю,</a:t>
            </a:r>
          </a:p>
          <a:p xmlns:a="http://schemas.openxmlformats.org/drawingml/2006/main">
            <a:pPr algn="l">
              <a:defRPr sz="1650" b="0">
                <a:solidFill>
                  <a:srgbClr val="607581"/>
                </a:solidFill>
                <a:latin typeface="Helvetica Neue"/>
                <a:ea typeface="Helvetica Neue"/>
                <a:cs typeface="Helvetica Neue"/>
              </a:defRPr>
            </a:pPr>
            <a:r>
              <a:rPr sz="1650" b="0">
                <a:solidFill>
                  <a:srgbClr val="607581"/>
                </a:solidFill>
                <a:latin typeface="Helvetica Neue"/>
                <a:ea typeface="Helvetica Neue"/>
                <a:cs typeface="Helvetica Neue"/>
              </a:rPr>
              <a:t>добавляет наблюдения</a:t>
            </a:r>
          </a:p>
          <a:p xmlns:a="http://schemas.openxmlformats.org/drawingml/2006/main">
            <a:pPr algn="l">
              <a:defRPr sz="1650" b="0">
                <a:solidFill>
                  <a:srgbClr val="607581"/>
                </a:solidFill>
                <a:latin typeface="Helvetica Neue"/>
                <a:ea typeface="Helvetica Neue"/>
                <a:cs typeface="Helvetica Neue"/>
              </a:defRPr>
            </a:pPr>
            <a:r>
              <a:rPr sz="1650" b="0">
                <a:solidFill>
                  <a:srgbClr val="607581"/>
                </a:solidFill>
                <a:latin typeface="Helvetica Neue"/>
                <a:ea typeface="Helvetica Neue"/>
                <a:cs typeface="Helvetica Neue"/>
              </a:rPr>
              <a:t>и обновляет план.</a:t>
            </a:r>
          </a:p>
        </p:txBody>
      </p:sp>
      <p:sp>
        <p:nvSpPr>
          <p:cNvPr id="30" name="">
            <a:extLst xmlns:a="http://schemas.openxmlformats.org/drawingml/2006/main">
              <a:ext uri="{FF2B5EF4-FFF2-40B4-BE49-F238E27FC236}">
                <a16:creationId xmlns:a16="http://schemas.microsoft.com/office/drawing/2014/main" id="{D61AE865-9710-4337-994B-6F26A502A58E}"/>
              </a:ext>
            </a:extLst>
          </p:cNvPr>
          <p:cNvSpPr>
            <a:spLocks xmlns:a="http://schemas.openxmlformats.org/drawingml/2006/main" noGrp="1"/>
          </p:cNvSpPr>
          <p:nvPr/>
        </p:nvSpPr>
        <p:spPr>
          <a:xfrm xmlns:a="http://schemas.openxmlformats.org/drawingml/2006/main">
            <a:off x="12115800" y="7181850"/>
            <a:ext cx="25431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575" b="1">
                <a:solidFill>
                  <a:srgbClr val="247C63"/>
                </a:solidFill>
                <a:latin typeface="Helvetica Neue"/>
                <a:ea typeface="Helvetica Neue"/>
                <a:cs typeface="Helvetica Neue"/>
              </a:defRPr>
            </a:defPPr>
            <a:lvl1pPr algn="l">
              <a:defRPr sz="1575" b="1">
                <a:solidFill>
                  <a:srgbClr val="247C63"/>
                </a:solidFill>
                <a:latin typeface="Helvetica Neue"/>
                <a:ea typeface="Helvetica Neue"/>
                <a:cs typeface="Helvetica Neue"/>
              </a:defRPr>
            </a:lvl1pPr>
            <a:lvl2pPr algn="l">
              <a:defRPr sz="1575" b="1">
                <a:solidFill>
                  <a:srgbClr val="247C63"/>
                </a:solidFill>
                <a:latin typeface="Helvetica Neue"/>
                <a:ea typeface="Helvetica Neue"/>
                <a:cs typeface="Helvetica Neue"/>
              </a:defRPr>
            </a:lvl2pPr>
            <a:lvl3pPr algn="l">
              <a:defRPr sz="1575" b="1">
                <a:solidFill>
                  <a:srgbClr val="247C63"/>
                </a:solidFill>
                <a:latin typeface="Helvetica Neue"/>
                <a:ea typeface="Helvetica Neue"/>
                <a:cs typeface="Helvetica Neue"/>
              </a:defRPr>
            </a:lvl3pPr>
            <a:lvl4pPr algn="l">
              <a:defRPr sz="1575" b="1">
                <a:solidFill>
                  <a:srgbClr val="247C63"/>
                </a:solidFill>
                <a:latin typeface="Helvetica Neue"/>
                <a:ea typeface="Helvetica Neue"/>
                <a:cs typeface="Helvetica Neue"/>
              </a:defRPr>
            </a:lvl4pPr>
            <a:lvl5pPr algn="l">
              <a:defRPr sz="1575" b="1">
                <a:solidFill>
                  <a:srgbClr val="247C63"/>
                </a:solidFill>
                <a:latin typeface="Helvetica Neue"/>
                <a:ea typeface="Helvetica Neue"/>
                <a:cs typeface="Helvetica Neue"/>
              </a:defRPr>
            </a:lvl5pPr>
            <a:lvl6pPr algn="l">
              <a:defRPr sz="1575" b="1">
                <a:solidFill>
                  <a:srgbClr val="247C63"/>
                </a:solidFill>
                <a:latin typeface="Helvetica Neue"/>
                <a:ea typeface="Helvetica Neue"/>
                <a:cs typeface="Helvetica Neue"/>
              </a:defRPr>
            </a:lvl6pPr>
            <a:lvl7pPr algn="l">
              <a:defRPr sz="1575" b="1">
                <a:solidFill>
                  <a:srgbClr val="247C63"/>
                </a:solidFill>
                <a:latin typeface="Helvetica Neue"/>
                <a:ea typeface="Helvetica Neue"/>
                <a:cs typeface="Helvetica Neue"/>
              </a:defRPr>
            </a:lvl7pPr>
            <a:lvl8pPr algn="l">
              <a:defRPr sz="1575" b="1">
                <a:solidFill>
                  <a:srgbClr val="247C63"/>
                </a:solidFill>
                <a:latin typeface="Helvetica Neue"/>
                <a:ea typeface="Helvetica Neue"/>
                <a:cs typeface="Helvetica Neue"/>
              </a:defRPr>
            </a:lvl8pPr>
            <a:lvl9pPr algn="l">
              <a:defRPr sz="1575" b="1">
                <a:solidFill>
                  <a:srgbClr val="247C63"/>
                </a:solidFill>
                <a:latin typeface="Helvetica Neue"/>
                <a:ea typeface="Helvetica Neue"/>
                <a:cs typeface="Helvetica Neue"/>
              </a:defRPr>
            </a:lvl9pPr>
          </a:lstStyle>
          <a:p xmlns:a="http://schemas.openxmlformats.org/drawingml/2006/main">
            <a:pPr algn="l">
              <a:defRPr sz="1575" b="1">
                <a:solidFill>
                  <a:srgbClr val="247C63"/>
                </a:solidFill>
                <a:latin typeface="Helvetica Neue"/>
                <a:ea typeface="Helvetica Neue"/>
                <a:cs typeface="Helvetica Neue"/>
              </a:defRPr>
            </a:pPr>
            <a:r>
              <a:rPr sz="1575" b="1">
                <a:solidFill>
                  <a:srgbClr val="247C63"/>
                </a:solidFill>
                <a:latin typeface="Helvetica Neue"/>
                <a:ea typeface="Helvetica Neue"/>
                <a:cs typeface="Helvetica Neue"/>
              </a:rPr>
              <a:t>Основа новой практики</a:t>
            </a:r>
          </a:p>
        </p:txBody>
      </p:sp>
      <p:cxnSp>
        <p:nvCxnSpPr>
          <p:cNvPr id="31" name="">
            <a:extLst xmlns:a="http://schemas.openxmlformats.org/drawingml/2006/main">
              <a:ext uri="{FF2B5EF4-FFF2-40B4-BE49-F238E27FC236}">
                <a16:creationId xmlns:a16="http://schemas.microsoft.com/office/drawing/2014/main" id="{8222B9AE-1495-452B-A15D-164970B86920}"/>
              </a:ext>
            </a:extLst>
          </p:cNvPr>
          <p:cNvCxnSpPr/>
          <p:nvPr/>
        </p:nvCxnSpPr>
        <p:spPr>
          <a:xfrm xmlns:a="http://schemas.openxmlformats.org/drawingml/2006/main">
            <a:off x="609600" y="7791450"/>
            <a:ext cx="14020800" cy="0"/>
          </a:xfrm>
          <a:prstGeom xmlns:a="http://schemas.openxmlformats.org/drawingml/2006/main" prst="straightConnector1">
            <a:avLst/>
          </a:prstGeom>
          <a:ln xmlns:a="http://schemas.openxmlformats.org/drawingml/2006/main" w="9525">
            <a:solidFill>
              <a:srgbClr val="CDDAD8"/>
            </a:solidFill>
          </a:ln>
        </p:spPr>
      </p:cxnSp>
      <p:sp>
        <p:nvSpPr>
          <p:cNvPr id="32" name="">
            <a:extLst xmlns:a="http://schemas.openxmlformats.org/drawingml/2006/main">
              <a:ext uri="{FF2B5EF4-FFF2-40B4-BE49-F238E27FC236}">
                <a16:creationId xmlns:a16="http://schemas.microsoft.com/office/drawing/2014/main" id="{700CF4CA-81E0-4478-B864-0D45104B434A}"/>
              </a:ext>
            </a:extLst>
          </p:cNvPr>
          <p:cNvSpPr>
            <a:spLocks xmlns:a="http://schemas.openxmlformats.org/drawingml/2006/main" noGrp="1"/>
          </p:cNvSpPr>
          <p:nvPr/>
        </p:nvSpPr>
        <p:spPr>
          <a:xfrm xmlns:a="http://schemas.openxmlformats.org/drawingml/2006/main">
            <a:off x="609600" y="8020050"/>
            <a:ext cx="14020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575" b="0">
                <a:solidFill>
                  <a:srgbClr val="607581"/>
                </a:solidFill>
                <a:latin typeface="Helvetica Neue"/>
                <a:ea typeface="Helvetica Neue"/>
                <a:cs typeface="Helvetica Neue"/>
              </a:defRPr>
            </a:defPPr>
            <a:lvl1pPr algn="l">
              <a:defRPr sz="1575" b="0">
                <a:solidFill>
                  <a:srgbClr val="607581"/>
                </a:solidFill>
                <a:latin typeface="Helvetica Neue"/>
                <a:ea typeface="Helvetica Neue"/>
                <a:cs typeface="Helvetica Neue"/>
              </a:defRPr>
            </a:lvl1pPr>
            <a:lvl2pPr algn="l">
              <a:defRPr sz="1575" b="0">
                <a:solidFill>
                  <a:srgbClr val="607581"/>
                </a:solidFill>
                <a:latin typeface="Helvetica Neue"/>
                <a:ea typeface="Helvetica Neue"/>
                <a:cs typeface="Helvetica Neue"/>
              </a:defRPr>
            </a:lvl2pPr>
            <a:lvl3pPr algn="l">
              <a:defRPr sz="1575" b="0">
                <a:solidFill>
                  <a:srgbClr val="607581"/>
                </a:solidFill>
                <a:latin typeface="Helvetica Neue"/>
                <a:ea typeface="Helvetica Neue"/>
                <a:cs typeface="Helvetica Neue"/>
              </a:defRPr>
            </a:lvl3pPr>
            <a:lvl4pPr algn="l">
              <a:defRPr sz="1575" b="0">
                <a:solidFill>
                  <a:srgbClr val="607581"/>
                </a:solidFill>
                <a:latin typeface="Helvetica Neue"/>
                <a:ea typeface="Helvetica Neue"/>
                <a:cs typeface="Helvetica Neue"/>
              </a:defRPr>
            </a:lvl4pPr>
            <a:lvl5pPr algn="l">
              <a:defRPr sz="1575" b="0">
                <a:solidFill>
                  <a:srgbClr val="607581"/>
                </a:solidFill>
                <a:latin typeface="Helvetica Neue"/>
                <a:ea typeface="Helvetica Neue"/>
                <a:cs typeface="Helvetica Neue"/>
              </a:defRPr>
            </a:lvl5pPr>
            <a:lvl6pPr algn="l">
              <a:defRPr sz="1575" b="0">
                <a:solidFill>
                  <a:srgbClr val="607581"/>
                </a:solidFill>
                <a:latin typeface="Helvetica Neue"/>
                <a:ea typeface="Helvetica Neue"/>
                <a:cs typeface="Helvetica Neue"/>
              </a:defRPr>
            </a:lvl6pPr>
            <a:lvl7pPr algn="l">
              <a:defRPr sz="1575" b="0">
                <a:solidFill>
                  <a:srgbClr val="607581"/>
                </a:solidFill>
                <a:latin typeface="Helvetica Neue"/>
                <a:ea typeface="Helvetica Neue"/>
                <a:cs typeface="Helvetica Neue"/>
              </a:defRPr>
            </a:lvl7pPr>
            <a:lvl8pPr algn="l">
              <a:defRPr sz="1575" b="0">
                <a:solidFill>
                  <a:srgbClr val="607581"/>
                </a:solidFill>
                <a:latin typeface="Helvetica Neue"/>
                <a:ea typeface="Helvetica Neue"/>
                <a:cs typeface="Helvetica Neue"/>
              </a:defRPr>
            </a:lvl8pPr>
            <a:lvl9pPr algn="l">
              <a:defRPr sz="1575" b="0">
                <a:solidFill>
                  <a:srgbClr val="607581"/>
                </a:solidFill>
                <a:latin typeface="Helvetica Neue"/>
                <a:ea typeface="Helvetica Neue"/>
                <a:cs typeface="Helvetica Neue"/>
              </a:defRPr>
            </a:lvl9pPr>
          </a:lstStyle>
          <a:p xmlns:a="http://schemas.openxmlformats.org/drawingml/2006/main">
            <a:pPr algn="l">
              <a:defRPr sz="1575" b="0">
                <a:solidFill>
                  <a:srgbClr val="607581"/>
                </a:solidFill>
                <a:latin typeface="Helvetica Neue"/>
                <a:ea typeface="Helvetica Neue"/>
                <a:cs typeface="Helvetica Neue"/>
              </a:defRPr>
            </a:pPr>
            <a:r>
              <a:rPr sz="1575" b="0">
                <a:solidFill>
                  <a:srgbClr val="607581"/>
                </a:solidFill>
                <a:latin typeface="Helvetica Neue"/>
                <a:ea typeface="Helvetica Neue"/>
                <a:cs typeface="Helvetica Neue"/>
              </a:rPr>
              <a:t>AAC доступна в любой момент. Можно повторить инструкцию, сделать паузу или отказаться без штрафа.</a:t>
            </a:r>
          </a:p>
        </p:txBody>
      </p:sp>
    </p:spTree>
    <p:extLst>
      <p:ext uri="{BB962C8B-B14F-4D97-AF65-F5344CB8AC3E}">
        <p14:creationId xmlns:p14="http://schemas.microsoft.com/office/powerpoint/2010/main" val="2140021786"/>
      </p:ext>
    </p:extLst>
  </p:cSld>
</p:sld>
</file>

<file path=ppt/slides/slide2.xml><?xml version="1.0" encoding="utf-8"?>
<p:sld xmlns:p="http://schemas.openxmlformats.org/presentationml/2006/main">
  <p:cSld>
    <p:bg>
      <p:bgPr>
        <a:solidFill xmlns:a="http://schemas.openxmlformats.org/drawingml/2006/main">
          <a:srgbClr val="112D40"/>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B7FBC49C-CA6D-4CBA-8861-DF1543CD549A}"/>
              </a:ext>
            </a:extLst>
          </p:cNvPr>
          <p:cNvSpPr>
            <a:spLocks xmlns:a="http://schemas.openxmlformats.org/drawingml/2006/main" noGrp="1"/>
          </p:cNvSpPr>
          <p:nvPr/>
        </p:nvSpPr>
        <p:spPr>
          <a:xfrm xmlns:a="http://schemas.openxmlformats.org/drawingml/2006/main">
            <a:off x="609600" y="333375"/>
            <a:ext cx="2190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400" b="1">
                <a:solidFill>
                  <a:srgbClr val="8CD2B6"/>
                </a:solidFill>
                <a:latin typeface="Helvetica Neue"/>
                <a:ea typeface="Helvetica Neue"/>
                <a:cs typeface="Helvetica Neue"/>
              </a:defRPr>
            </a:defPPr>
            <a:lvl1pPr algn="l">
              <a:defRPr sz="2400" b="1">
                <a:solidFill>
                  <a:srgbClr val="8CD2B6"/>
                </a:solidFill>
                <a:latin typeface="Helvetica Neue"/>
                <a:ea typeface="Helvetica Neue"/>
                <a:cs typeface="Helvetica Neue"/>
              </a:defRPr>
            </a:lvl1pPr>
            <a:lvl2pPr algn="l">
              <a:defRPr sz="2400" b="1">
                <a:solidFill>
                  <a:srgbClr val="8CD2B6"/>
                </a:solidFill>
                <a:latin typeface="Helvetica Neue"/>
                <a:ea typeface="Helvetica Neue"/>
                <a:cs typeface="Helvetica Neue"/>
              </a:defRPr>
            </a:lvl2pPr>
            <a:lvl3pPr algn="l">
              <a:defRPr sz="2400" b="1">
                <a:solidFill>
                  <a:srgbClr val="8CD2B6"/>
                </a:solidFill>
                <a:latin typeface="Helvetica Neue"/>
                <a:ea typeface="Helvetica Neue"/>
                <a:cs typeface="Helvetica Neue"/>
              </a:defRPr>
            </a:lvl3pPr>
            <a:lvl4pPr algn="l">
              <a:defRPr sz="2400" b="1">
                <a:solidFill>
                  <a:srgbClr val="8CD2B6"/>
                </a:solidFill>
                <a:latin typeface="Helvetica Neue"/>
                <a:ea typeface="Helvetica Neue"/>
                <a:cs typeface="Helvetica Neue"/>
              </a:defRPr>
            </a:lvl4pPr>
            <a:lvl5pPr algn="l">
              <a:defRPr sz="2400" b="1">
                <a:solidFill>
                  <a:srgbClr val="8CD2B6"/>
                </a:solidFill>
                <a:latin typeface="Helvetica Neue"/>
                <a:ea typeface="Helvetica Neue"/>
                <a:cs typeface="Helvetica Neue"/>
              </a:defRPr>
            </a:lvl5pPr>
            <a:lvl6pPr algn="l">
              <a:defRPr sz="2400" b="1">
                <a:solidFill>
                  <a:srgbClr val="8CD2B6"/>
                </a:solidFill>
                <a:latin typeface="Helvetica Neue"/>
                <a:ea typeface="Helvetica Neue"/>
                <a:cs typeface="Helvetica Neue"/>
              </a:defRPr>
            </a:lvl6pPr>
            <a:lvl7pPr algn="l">
              <a:defRPr sz="2400" b="1">
                <a:solidFill>
                  <a:srgbClr val="8CD2B6"/>
                </a:solidFill>
                <a:latin typeface="Helvetica Neue"/>
                <a:ea typeface="Helvetica Neue"/>
                <a:cs typeface="Helvetica Neue"/>
              </a:defRPr>
            </a:lvl7pPr>
            <a:lvl8pPr algn="l">
              <a:defRPr sz="2400" b="1">
                <a:solidFill>
                  <a:srgbClr val="8CD2B6"/>
                </a:solidFill>
                <a:latin typeface="Helvetica Neue"/>
                <a:ea typeface="Helvetica Neue"/>
                <a:cs typeface="Helvetica Neue"/>
              </a:defRPr>
            </a:lvl8pPr>
            <a:lvl9pPr algn="l">
              <a:defRPr sz="2400" b="1">
                <a:solidFill>
                  <a:srgbClr val="8CD2B6"/>
                </a:solidFill>
                <a:latin typeface="Helvetica Neue"/>
                <a:ea typeface="Helvetica Neue"/>
                <a:cs typeface="Helvetica Neue"/>
              </a:defRPr>
            </a:lvl9pPr>
          </a:lstStyle>
          <a:p xmlns:a="http://schemas.openxmlformats.org/drawingml/2006/main">
            <a:pPr algn="l">
              <a:defRPr sz="2400" b="1">
                <a:solidFill>
                  <a:srgbClr val="8CD2B6"/>
                </a:solidFill>
                <a:latin typeface="Helvetica Neue"/>
                <a:ea typeface="Helvetica Neue"/>
                <a:cs typeface="Helvetica Neue"/>
              </a:defRPr>
            </a:pPr>
            <a:r>
              <a:rPr sz="2400" b="1">
                <a:solidFill>
                  <a:srgbClr val="8CD2B6"/>
                </a:solidFill>
                <a:latin typeface="Helvetica Neue"/>
                <a:ea typeface="Helvetica Neue"/>
                <a:cs typeface="Helvetica Neue"/>
              </a:rPr>
              <a:t>Söyle</a:t>
            </a:r>
          </a:p>
        </p:txBody>
      </p:sp>
      <p:sp>
        <p:nvSpPr>
          <p:cNvPr id="2" name="">
            <a:extLst xmlns:a="http://schemas.openxmlformats.org/drawingml/2006/main">
              <a:ext uri="{FF2B5EF4-FFF2-40B4-BE49-F238E27FC236}">
                <a16:creationId xmlns:a16="http://schemas.microsoft.com/office/drawing/2014/main" id="{B59CC1DD-BDB2-4306-98AA-90BA0C8EE0C7}"/>
              </a:ext>
            </a:extLst>
          </p:cNvPr>
          <p:cNvSpPr>
            <a:spLocks xmlns:a="http://schemas.openxmlformats.org/drawingml/2006/main" noGrp="1"/>
          </p:cNvSpPr>
          <p:nvPr/>
        </p:nvSpPr>
        <p:spPr>
          <a:xfrm xmlns:a="http://schemas.openxmlformats.org/drawingml/2006/main">
            <a:off x="1866900" y="457200"/>
            <a:ext cx="333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050" b="1">
                <a:solidFill>
                  <a:srgbClr val="BED0DA"/>
                </a:solidFill>
                <a:latin typeface="Helvetica Neue"/>
                <a:ea typeface="Helvetica Neue"/>
                <a:cs typeface="Helvetica Neue"/>
              </a:defRPr>
            </a:defPPr>
            <a:lvl1pPr algn="l">
              <a:defRPr sz="1050" b="1">
                <a:solidFill>
                  <a:srgbClr val="BED0DA"/>
                </a:solidFill>
                <a:latin typeface="Helvetica Neue"/>
                <a:ea typeface="Helvetica Neue"/>
                <a:cs typeface="Helvetica Neue"/>
              </a:defRPr>
            </a:lvl1pPr>
            <a:lvl2pPr algn="l">
              <a:defRPr sz="1050" b="1">
                <a:solidFill>
                  <a:srgbClr val="BED0DA"/>
                </a:solidFill>
                <a:latin typeface="Helvetica Neue"/>
                <a:ea typeface="Helvetica Neue"/>
                <a:cs typeface="Helvetica Neue"/>
              </a:defRPr>
            </a:lvl2pPr>
            <a:lvl3pPr algn="l">
              <a:defRPr sz="1050" b="1">
                <a:solidFill>
                  <a:srgbClr val="BED0DA"/>
                </a:solidFill>
                <a:latin typeface="Helvetica Neue"/>
                <a:ea typeface="Helvetica Neue"/>
                <a:cs typeface="Helvetica Neue"/>
              </a:defRPr>
            </a:lvl3pPr>
            <a:lvl4pPr algn="l">
              <a:defRPr sz="1050" b="1">
                <a:solidFill>
                  <a:srgbClr val="BED0DA"/>
                </a:solidFill>
                <a:latin typeface="Helvetica Neue"/>
                <a:ea typeface="Helvetica Neue"/>
                <a:cs typeface="Helvetica Neue"/>
              </a:defRPr>
            </a:lvl4pPr>
            <a:lvl5pPr algn="l">
              <a:defRPr sz="1050" b="1">
                <a:solidFill>
                  <a:srgbClr val="BED0DA"/>
                </a:solidFill>
                <a:latin typeface="Helvetica Neue"/>
                <a:ea typeface="Helvetica Neue"/>
                <a:cs typeface="Helvetica Neue"/>
              </a:defRPr>
            </a:lvl5pPr>
            <a:lvl6pPr algn="l">
              <a:defRPr sz="1050" b="1">
                <a:solidFill>
                  <a:srgbClr val="BED0DA"/>
                </a:solidFill>
                <a:latin typeface="Helvetica Neue"/>
                <a:ea typeface="Helvetica Neue"/>
                <a:cs typeface="Helvetica Neue"/>
              </a:defRPr>
            </a:lvl6pPr>
            <a:lvl7pPr algn="l">
              <a:defRPr sz="1050" b="1">
                <a:solidFill>
                  <a:srgbClr val="BED0DA"/>
                </a:solidFill>
                <a:latin typeface="Helvetica Neue"/>
                <a:ea typeface="Helvetica Neue"/>
                <a:cs typeface="Helvetica Neue"/>
              </a:defRPr>
            </a:lvl7pPr>
            <a:lvl8pPr algn="l">
              <a:defRPr sz="1050" b="1">
                <a:solidFill>
                  <a:srgbClr val="BED0DA"/>
                </a:solidFill>
                <a:latin typeface="Helvetica Neue"/>
                <a:ea typeface="Helvetica Neue"/>
                <a:cs typeface="Helvetica Neue"/>
              </a:defRPr>
            </a:lvl8pPr>
            <a:lvl9pPr algn="l">
              <a:defRPr sz="1050" b="1">
                <a:solidFill>
                  <a:srgbClr val="BED0DA"/>
                </a:solidFill>
                <a:latin typeface="Helvetica Neue"/>
                <a:ea typeface="Helvetica Neue"/>
                <a:cs typeface="Helvetica Neue"/>
              </a:defRPr>
            </a:lvl9pPr>
          </a:lstStyle>
          <a:p xmlns:a="http://schemas.openxmlformats.org/drawingml/2006/main">
            <a:pPr algn="l">
              <a:defRPr sz="1050" b="1">
                <a:solidFill>
                  <a:srgbClr val="BED0DA"/>
                </a:solidFill>
                <a:latin typeface="Helvetica Neue"/>
                <a:ea typeface="Helvetica Neue"/>
                <a:cs typeface="Helvetica Neue"/>
              </a:defRPr>
            </a:pPr>
            <a:r>
              <a:rPr sz="1050" b="1">
                <a:solidFill>
                  <a:srgbClr val="BED0DA"/>
                </a:solidFill>
                <a:latin typeface="Helvetica Neue"/>
                <a:ea typeface="Helvetica Neue"/>
                <a:cs typeface="Helvetica Neue"/>
              </a:rPr>
              <a:t>ОБЩЕНИЕ И ПРАКТИКА</a:t>
            </a:r>
          </a:p>
        </p:txBody>
      </p:sp>
      <p:sp>
        <p:nvSpPr>
          <p:cNvPr id="3" name="">
            <a:extLst xmlns:a="http://schemas.openxmlformats.org/drawingml/2006/main">
              <a:ext uri="{FF2B5EF4-FFF2-40B4-BE49-F238E27FC236}">
                <a16:creationId xmlns:a16="http://schemas.microsoft.com/office/drawing/2014/main" id="{68BAE545-D529-4FCD-9D81-CC630CC16BFA}"/>
              </a:ext>
            </a:extLst>
          </p:cNvPr>
          <p:cNvSpPr>
            <a:spLocks xmlns:a="http://schemas.openxmlformats.org/drawingml/2006/main" noGrp="1"/>
          </p:cNvSpPr>
          <p:nvPr/>
        </p:nvSpPr>
        <p:spPr>
          <a:xfrm xmlns:a="http://schemas.openxmlformats.org/drawingml/2006/main">
            <a:off x="13696950" y="409575"/>
            <a:ext cx="95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425" b="0">
                <a:solidFill>
                  <a:srgbClr val="BED0DA"/>
                </a:solidFill>
                <a:latin typeface="Helvetica Neue"/>
                <a:ea typeface="Helvetica Neue"/>
                <a:cs typeface="Helvetica Neue"/>
              </a:defRPr>
            </a:defPPr>
            <a:lvl1pPr algn="r">
              <a:defRPr sz="1425" b="0">
                <a:solidFill>
                  <a:srgbClr val="BED0DA"/>
                </a:solidFill>
                <a:latin typeface="Helvetica Neue"/>
                <a:ea typeface="Helvetica Neue"/>
                <a:cs typeface="Helvetica Neue"/>
              </a:defRPr>
            </a:lvl1pPr>
            <a:lvl2pPr algn="r">
              <a:defRPr sz="1425" b="0">
                <a:solidFill>
                  <a:srgbClr val="BED0DA"/>
                </a:solidFill>
                <a:latin typeface="Helvetica Neue"/>
                <a:ea typeface="Helvetica Neue"/>
                <a:cs typeface="Helvetica Neue"/>
              </a:defRPr>
            </a:lvl2pPr>
            <a:lvl3pPr algn="r">
              <a:defRPr sz="1425" b="0">
                <a:solidFill>
                  <a:srgbClr val="BED0DA"/>
                </a:solidFill>
                <a:latin typeface="Helvetica Neue"/>
                <a:ea typeface="Helvetica Neue"/>
                <a:cs typeface="Helvetica Neue"/>
              </a:defRPr>
            </a:lvl3pPr>
            <a:lvl4pPr algn="r">
              <a:defRPr sz="1425" b="0">
                <a:solidFill>
                  <a:srgbClr val="BED0DA"/>
                </a:solidFill>
                <a:latin typeface="Helvetica Neue"/>
                <a:ea typeface="Helvetica Neue"/>
                <a:cs typeface="Helvetica Neue"/>
              </a:defRPr>
            </a:lvl4pPr>
            <a:lvl5pPr algn="r">
              <a:defRPr sz="1425" b="0">
                <a:solidFill>
                  <a:srgbClr val="BED0DA"/>
                </a:solidFill>
                <a:latin typeface="Helvetica Neue"/>
                <a:ea typeface="Helvetica Neue"/>
                <a:cs typeface="Helvetica Neue"/>
              </a:defRPr>
            </a:lvl5pPr>
            <a:lvl6pPr algn="r">
              <a:defRPr sz="1425" b="0">
                <a:solidFill>
                  <a:srgbClr val="BED0DA"/>
                </a:solidFill>
                <a:latin typeface="Helvetica Neue"/>
                <a:ea typeface="Helvetica Neue"/>
                <a:cs typeface="Helvetica Neue"/>
              </a:defRPr>
            </a:lvl6pPr>
            <a:lvl7pPr algn="r">
              <a:defRPr sz="1425" b="0">
                <a:solidFill>
                  <a:srgbClr val="BED0DA"/>
                </a:solidFill>
                <a:latin typeface="Helvetica Neue"/>
                <a:ea typeface="Helvetica Neue"/>
                <a:cs typeface="Helvetica Neue"/>
              </a:defRPr>
            </a:lvl7pPr>
            <a:lvl8pPr algn="r">
              <a:defRPr sz="1425" b="0">
                <a:solidFill>
                  <a:srgbClr val="BED0DA"/>
                </a:solidFill>
                <a:latin typeface="Helvetica Neue"/>
                <a:ea typeface="Helvetica Neue"/>
                <a:cs typeface="Helvetica Neue"/>
              </a:defRPr>
            </a:lvl8pPr>
            <a:lvl9pPr algn="r">
              <a:defRPr sz="1425" b="0">
                <a:solidFill>
                  <a:srgbClr val="BED0DA"/>
                </a:solidFill>
                <a:latin typeface="Helvetica Neue"/>
                <a:ea typeface="Helvetica Neue"/>
                <a:cs typeface="Helvetica Neue"/>
              </a:defRPr>
            </a:lvl9pPr>
          </a:lstStyle>
          <a:p xmlns:a="http://schemas.openxmlformats.org/drawingml/2006/main">
            <a:pPr algn="r">
              <a:defRPr sz="1425" b="0">
                <a:solidFill>
                  <a:srgbClr val="BED0DA"/>
                </a:solidFill>
                <a:latin typeface="Helvetica Neue"/>
                <a:ea typeface="Helvetica Neue"/>
                <a:cs typeface="Helvetica Neue"/>
              </a:defRPr>
            </a:pPr>
            <a:r>
              <a:rPr sz="1425" b="0">
                <a:solidFill>
                  <a:srgbClr val="BED0DA"/>
                </a:solidFill>
                <a:latin typeface="Helvetica Neue"/>
                <a:ea typeface="Helvetica Neue"/>
                <a:cs typeface="Helvetica Neue"/>
              </a:rPr>
              <a:t>02 / 02</a:t>
            </a:r>
          </a:p>
        </p:txBody>
      </p:sp>
      <p:sp>
        <p:nvSpPr>
          <p:cNvPr id="4" name="">
            <a:extLst xmlns:a="http://schemas.openxmlformats.org/drawingml/2006/main">
              <a:ext uri="{FF2B5EF4-FFF2-40B4-BE49-F238E27FC236}">
                <a16:creationId xmlns:a16="http://schemas.microsoft.com/office/drawing/2014/main" id="{74571BF7-6C80-4748-9E9D-0DF78E55DD5A}"/>
              </a:ext>
            </a:extLst>
          </p:cNvPr>
          <p:cNvSpPr>
            <a:spLocks xmlns:a="http://schemas.openxmlformats.org/drawingml/2006/main" noGrp="1"/>
          </p:cNvSpPr>
          <p:nvPr/>
        </p:nvSpPr>
        <p:spPr>
          <a:xfrm xmlns:a="http://schemas.openxmlformats.org/drawingml/2006/main">
            <a:off x="609600" y="1152525"/>
            <a:ext cx="12477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4875" b="1">
                <a:solidFill>
                  <a:srgbClr val="FFFFFF"/>
                </a:solidFill>
                <a:latin typeface="Helvetica Neue"/>
                <a:ea typeface="Helvetica Neue"/>
                <a:cs typeface="Helvetica Neue"/>
              </a:defRPr>
            </a:defPPr>
            <a:lvl1pPr algn="l">
              <a:defRPr sz="4875" b="1">
                <a:solidFill>
                  <a:srgbClr val="FFFFFF"/>
                </a:solidFill>
                <a:latin typeface="Helvetica Neue"/>
                <a:ea typeface="Helvetica Neue"/>
                <a:cs typeface="Helvetica Neue"/>
              </a:defRPr>
            </a:lvl1pPr>
            <a:lvl2pPr algn="l">
              <a:defRPr sz="4875" b="1">
                <a:solidFill>
                  <a:srgbClr val="FFFFFF"/>
                </a:solidFill>
                <a:latin typeface="Helvetica Neue"/>
                <a:ea typeface="Helvetica Neue"/>
                <a:cs typeface="Helvetica Neue"/>
              </a:defRPr>
            </a:lvl2pPr>
            <a:lvl3pPr algn="l">
              <a:defRPr sz="4875" b="1">
                <a:solidFill>
                  <a:srgbClr val="FFFFFF"/>
                </a:solidFill>
                <a:latin typeface="Helvetica Neue"/>
                <a:ea typeface="Helvetica Neue"/>
                <a:cs typeface="Helvetica Neue"/>
              </a:defRPr>
            </a:lvl3pPr>
            <a:lvl4pPr algn="l">
              <a:defRPr sz="4875" b="1">
                <a:solidFill>
                  <a:srgbClr val="FFFFFF"/>
                </a:solidFill>
                <a:latin typeface="Helvetica Neue"/>
                <a:ea typeface="Helvetica Neue"/>
                <a:cs typeface="Helvetica Neue"/>
              </a:defRPr>
            </a:lvl4pPr>
            <a:lvl5pPr algn="l">
              <a:defRPr sz="4875" b="1">
                <a:solidFill>
                  <a:srgbClr val="FFFFFF"/>
                </a:solidFill>
                <a:latin typeface="Helvetica Neue"/>
                <a:ea typeface="Helvetica Neue"/>
                <a:cs typeface="Helvetica Neue"/>
              </a:defRPr>
            </a:lvl5pPr>
            <a:lvl6pPr algn="l">
              <a:defRPr sz="4875" b="1">
                <a:solidFill>
                  <a:srgbClr val="FFFFFF"/>
                </a:solidFill>
                <a:latin typeface="Helvetica Neue"/>
                <a:ea typeface="Helvetica Neue"/>
                <a:cs typeface="Helvetica Neue"/>
              </a:defRPr>
            </a:lvl6pPr>
            <a:lvl7pPr algn="l">
              <a:defRPr sz="4875" b="1">
                <a:solidFill>
                  <a:srgbClr val="FFFFFF"/>
                </a:solidFill>
                <a:latin typeface="Helvetica Neue"/>
                <a:ea typeface="Helvetica Neue"/>
                <a:cs typeface="Helvetica Neue"/>
              </a:defRPr>
            </a:lvl7pPr>
            <a:lvl8pPr algn="l">
              <a:defRPr sz="4875" b="1">
                <a:solidFill>
                  <a:srgbClr val="FFFFFF"/>
                </a:solidFill>
                <a:latin typeface="Helvetica Neue"/>
                <a:ea typeface="Helvetica Neue"/>
                <a:cs typeface="Helvetica Neue"/>
              </a:defRPr>
            </a:lvl8pPr>
            <a:lvl9pPr algn="l">
              <a:defRPr sz="4875" b="1">
                <a:solidFill>
                  <a:srgbClr val="FFFFFF"/>
                </a:solidFill>
                <a:latin typeface="Helvetica Neue"/>
                <a:ea typeface="Helvetica Neue"/>
                <a:cs typeface="Helvetica Neue"/>
              </a:defRPr>
            </a:lvl9pPr>
          </a:lstStyle>
          <a:p xmlns:a="http://schemas.openxmlformats.org/drawingml/2006/main">
            <a:pPr algn="l">
              <a:defRPr sz="4875" b="1">
                <a:solidFill>
                  <a:srgbClr val="FFFFFF"/>
                </a:solidFill>
                <a:latin typeface="Helvetica Neue"/>
                <a:ea typeface="Helvetica Neue"/>
                <a:cs typeface="Helvetica Neue"/>
              </a:defRPr>
            </a:pPr>
            <a:r>
              <a:rPr sz="4875" b="1">
                <a:solidFill>
                  <a:srgbClr val="FFFFFF"/>
                </a:solidFill>
                <a:latin typeface="Helvetica Neue"/>
                <a:ea typeface="Helvetica Neue"/>
                <a:cs typeface="Helvetica Neue"/>
              </a:rPr>
              <a:t>Логика ИИ-компонента</a:t>
            </a:r>
          </a:p>
        </p:txBody>
      </p:sp>
      <p:sp>
        <p:nvSpPr>
          <p:cNvPr id="5" name="">
            <a:extLst xmlns:a="http://schemas.openxmlformats.org/drawingml/2006/main">
              <a:ext uri="{FF2B5EF4-FFF2-40B4-BE49-F238E27FC236}">
                <a16:creationId xmlns:a16="http://schemas.microsoft.com/office/drawing/2014/main" id="{5DF2ED4E-C545-4355-AF51-CCE656B95390}"/>
              </a:ext>
            </a:extLst>
          </p:cNvPr>
          <p:cNvSpPr>
            <a:spLocks xmlns:a="http://schemas.openxmlformats.org/drawingml/2006/main" noGrp="1"/>
          </p:cNvSpPr>
          <p:nvPr/>
        </p:nvSpPr>
        <p:spPr>
          <a:xfrm xmlns:a="http://schemas.openxmlformats.org/drawingml/2006/main">
            <a:off x="647700" y="2105025"/>
            <a:ext cx="13144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75" b="0">
                <a:solidFill>
                  <a:srgbClr val="BED0DA"/>
                </a:solidFill>
                <a:latin typeface="Helvetica Neue"/>
                <a:ea typeface="Helvetica Neue"/>
                <a:cs typeface="Helvetica Neue"/>
              </a:defRPr>
            </a:defPPr>
            <a:lvl1pPr algn="l">
              <a:defRPr sz="2175" b="0">
                <a:solidFill>
                  <a:srgbClr val="BED0DA"/>
                </a:solidFill>
                <a:latin typeface="Helvetica Neue"/>
                <a:ea typeface="Helvetica Neue"/>
                <a:cs typeface="Helvetica Neue"/>
              </a:defRPr>
            </a:lvl1pPr>
            <a:lvl2pPr algn="l">
              <a:defRPr sz="2175" b="0">
                <a:solidFill>
                  <a:srgbClr val="BED0DA"/>
                </a:solidFill>
                <a:latin typeface="Helvetica Neue"/>
                <a:ea typeface="Helvetica Neue"/>
                <a:cs typeface="Helvetica Neue"/>
              </a:defRPr>
            </a:lvl2pPr>
            <a:lvl3pPr algn="l">
              <a:defRPr sz="2175" b="0">
                <a:solidFill>
                  <a:srgbClr val="BED0DA"/>
                </a:solidFill>
                <a:latin typeface="Helvetica Neue"/>
                <a:ea typeface="Helvetica Neue"/>
                <a:cs typeface="Helvetica Neue"/>
              </a:defRPr>
            </a:lvl3pPr>
            <a:lvl4pPr algn="l">
              <a:defRPr sz="2175" b="0">
                <a:solidFill>
                  <a:srgbClr val="BED0DA"/>
                </a:solidFill>
                <a:latin typeface="Helvetica Neue"/>
                <a:ea typeface="Helvetica Neue"/>
                <a:cs typeface="Helvetica Neue"/>
              </a:defRPr>
            </a:lvl4pPr>
            <a:lvl5pPr algn="l">
              <a:defRPr sz="2175" b="0">
                <a:solidFill>
                  <a:srgbClr val="BED0DA"/>
                </a:solidFill>
                <a:latin typeface="Helvetica Neue"/>
                <a:ea typeface="Helvetica Neue"/>
                <a:cs typeface="Helvetica Neue"/>
              </a:defRPr>
            </a:lvl5pPr>
            <a:lvl6pPr algn="l">
              <a:defRPr sz="2175" b="0">
                <a:solidFill>
                  <a:srgbClr val="BED0DA"/>
                </a:solidFill>
                <a:latin typeface="Helvetica Neue"/>
                <a:ea typeface="Helvetica Neue"/>
                <a:cs typeface="Helvetica Neue"/>
              </a:defRPr>
            </a:lvl6pPr>
            <a:lvl7pPr algn="l">
              <a:defRPr sz="2175" b="0">
                <a:solidFill>
                  <a:srgbClr val="BED0DA"/>
                </a:solidFill>
                <a:latin typeface="Helvetica Neue"/>
                <a:ea typeface="Helvetica Neue"/>
                <a:cs typeface="Helvetica Neue"/>
              </a:defRPr>
            </a:lvl7pPr>
            <a:lvl8pPr algn="l">
              <a:defRPr sz="2175" b="0">
                <a:solidFill>
                  <a:srgbClr val="BED0DA"/>
                </a:solidFill>
                <a:latin typeface="Helvetica Neue"/>
                <a:ea typeface="Helvetica Neue"/>
                <a:cs typeface="Helvetica Neue"/>
              </a:defRPr>
            </a:lvl8pPr>
            <a:lvl9pPr algn="l">
              <a:defRPr sz="2175" b="0">
                <a:solidFill>
                  <a:srgbClr val="BED0DA"/>
                </a:solidFill>
                <a:latin typeface="Helvetica Neue"/>
                <a:ea typeface="Helvetica Neue"/>
                <a:cs typeface="Helvetica Neue"/>
              </a:defRPr>
            </a:lvl9pPr>
          </a:lstStyle>
          <a:p xmlns:a="http://schemas.openxmlformats.org/drawingml/2006/main">
            <a:pPr algn="l">
              <a:defRPr sz="2175" b="0">
                <a:solidFill>
                  <a:srgbClr val="BED0DA"/>
                </a:solidFill>
                <a:latin typeface="Helvetica Neue"/>
                <a:ea typeface="Helvetica Neue"/>
                <a:cs typeface="Helvetica Neue"/>
              </a:defRPr>
            </a:pPr>
            <a:r>
              <a:rPr sz="2175" b="0">
                <a:solidFill>
                  <a:srgbClr val="BED0DA"/>
                </a:solidFill>
                <a:latin typeface="Helvetica Neue"/>
                <a:ea typeface="Helvetica Neue"/>
                <a:cs typeface="Helvetica Neue"/>
              </a:rPr>
              <a:t>Объяснимый подбор занятий по локальным правилам</a:t>
            </a:r>
          </a:p>
        </p:txBody>
      </p:sp>
      <p:sp>
        <p:nvSpPr>
          <p:cNvPr id="6" name="">
            <a:extLst xmlns:a="http://schemas.openxmlformats.org/drawingml/2006/main">
              <a:ext uri="{FF2B5EF4-FFF2-40B4-BE49-F238E27FC236}">
                <a16:creationId xmlns:a16="http://schemas.microsoft.com/office/drawing/2014/main" id="{CF179ECD-C8F6-4AA7-AAEB-E0575DCE22F6}"/>
              </a:ext>
            </a:extLst>
          </p:cNvPr>
          <p:cNvSpPr>
            <a:spLocks xmlns:a="http://schemas.openxmlformats.org/drawingml/2006/main" noGrp="1"/>
          </p:cNvSpPr>
          <p:nvPr/>
        </p:nvSpPr>
        <p:spPr>
          <a:xfrm xmlns:a="http://schemas.openxmlformats.org/drawingml/2006/main">
            <a:off x="609600" y="3086100"/>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350" b="1">
                <a:solidFill>
                  <a:srgbClr val="8CD2B6"/>
                </a:solidFill>
                <a:latin typeface="Helvetica Neue"/>
                <a:ea typeface="Helvetica Neue"/>
                <a:cs typeface="Helvetica Neue"/>
              </a:defRPr>
            </a:defPPr>
            <a:lvl1pPr algn="l">
              <a:defRPr sz="1350" b="1">
                <a:solidFill>
                  <a:srgbClr val="8CD2B6"/>
                </a:solidFill>
                <a:latin typeface="Helvetica Neue"/>
                <a:ea typeface="Helvetica Neue"/>
                <a:cs typeface="Helvetica Neue"/>
              </a:defRPr>
            </a:lvl1pPr>
            <a:lvl2pPr algn="l">
              <a:defRPr sz="1350" b="1">
                <a:solidFill>
                  <a:srgbClr val="8CD2B6"/>
                </a:solidFill>
                <a:latin typeface="Helvetica Neue"/>
                <a:ea typeface="Helvetica Neue"/>
                <a:cs typeface="Helvetica Neue"/>
              </a:defRPr>
            </a:lvl2pPr>
            <a:lvl3pPr algn="l">
              <a:defRPr sz="1350" b="1">
                <a:solidFill>
                  <a:srgbClr val="8CD2B6"/>
                </a:solidFill>
                <a:latin typeface="Helvetica Neue"/>
                <a:ea typeface="Helvetica Neue"/>
                <a:cs typeface="Helvetica Neue"/>
              </a:defRPr>
            </a:lvl3pPr>
            <a:lvl4pPr algn="l">
              <a:defRPr sz="1350" b="1">
                <a:solidFill>
                  <a:srgbClr val="8CD2B6"/>
                </a:solidFill>
                <a:latin typeface="Helvetica Neue"/>
                <a:ea typeface="Helvetica Neue"/>
                <a:cs typeface="Helvetica Neue"/>
              </a:defRPr>
            </a:lvl4pPr>
            <a:lvl5pPr algn="l">
              <a:defRPr sz="1350" b="1">
                <a:solidFill>
                  <a:srgbClr val="8CD2B6"/>
                </a:solidFill>
                <a:latin typeface="Helvetica Neue"/>
                <a:ea typeface="Helvetica Neue"/>
                <a:cs typeface="Helvetica Neue"/>
              </a:defRPr>
            </a:lvl5pPr>
            <a:lvl6pPr algn="l">
              <a:defRPr sz="1350" b="1">
                <a:solidFill>
                  <a:srgbClr val="8CD2B6"/>
                </a:solidFill>
                <a:latin typeface="Helvetica Neue"/>
                <a:ea typeface="Helvetica Neue"/>
                <a:cs typeface="Helvetica Neue"/>
              </a:defRPr>
            </a:lvl6pPr>
            <a:lvl7pPr algn="l">
              <a:defRPr sz="1350" b="1">
                <a:solidFill>
                  <a:srgbClr val="8CD2B6"/>
                </a:solidFill>
                <a:latin typeface="Helvetica Neue"/>
                <a:ea typeface="Helvetica Neue"/>
                <a:cs typeface="Helvetica Neue"/>
              </a:defRPr>
            </a:lvl7pPr>
            <a:lvl8pPr algn="l">
              <a:defRPr sz="1350" b="1">
                <a:solidFill>
                  <a:srgbClr val="8CD2B6"/>
                </a:solidFill>
                <a:latin typeface="Helvetica Neue"/>
                <a:ea typeface="Helvetica Neue"/>
                <a:cs typeface="Helvetica Neue"/>
              </a:defRPr>
            </a:lvl8pPr>
            <a:lvl9pPr algn="l">
              <a:defRPr sz="1350" b="1">
                <a:solidFill>
                  <a:srgbClr val="8CD2B6"/>
                </a:solidFill>
                <a:latin typeface="Helvetica Neue"/>
                <a:ea typeface="Helvetica Neue"/>
                <a:cs typeface="Helvetica Neue"/>
              </a:defRPr>
            </a:lvl9pPr>
          </a:lstStyle>
          <a:p xmlns:a="http://schemas.openxmlformats.org/drawingml/2006/main">
            <a:pPr algn="l">
              <a:defRPr sz="1350" b="1">
                <a:solidFill>
                  <a:srgbClr val="8CD2B6"/>
                </a:solidFill>
                <a:latin typeface="Helvetica Neue"/>
                <a:ea typeface="Helvetica Neue"/>
                <a:cs typeface="Helvetica Neue"/>
              </a:defRPr>
            </a:pPr>
            <a:r>
              <a:rPr sz="1350" b="1">
                <a:solidFill>
                  <a:srgbClr val="8CD2B6"/>
                </a:solidFill>
                <a:latin typeface="Helvetica Neue"/>
                <a:ea typeface="Helvetica Neue"/>
                <a:cs typeface="Helvetica Neue"/>
              </a:rPr>
              <a:t>ВХОДНЫЕ ДАННЫЕ</a:t>
            </a:r>
          </a:p>
        </p:txBody>
      </p:sp>
      <p:sp>
        <p:nvSpPr>
          <p:cNvPr id="7" name="">
            <a:extLst xmlns:a="http://schemas.openxmlformats.org/drawingml/2006/main">
              <a:ext uri="{FF2B5EF4-FFF2-40B4-BE49-F238E27FC236}">
                <a16:creationId xmlns:a16="http://schemas.microsoft.com/office/drawing/2014/main" id="{9547F0E2-81B1-42FE-A776-2C96932AB195}"/>
              </a:ext>
            </a:extLst>
          </p:cNvPr>
          <p:cNvSpPr>
            <a:spLocks xmlns:a="http://schemas.openxmlformats.org/drawingml/2006/main" noGrp="1"/>
          </p:cNvSpPr>
          <p:nvPr/>
        </p:nvSpPr>
        <p:spPr>
          <a:xfrm xmlns:a="http://schemas.openxmlformats.org/drawingml/2006/main">
            <a:off x="609600" y="3600450"/>
            <a:ext cx="35718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625" b="1">
                <a:solidFill>
                  <a:srgbClr val="FFFFFF"/>
                </a:solidFill>
                <a:latin typeface="Helvetica Neue"/>
                <a:ea typeface="Helvetica Neue"/>
                <a:cs typeface="Helvetica Neue"/>
              </a:defRPr>
            </a:defPPr>
            <a:lvl1pPr algn="l">
              <a:defRPr sz="2625" b="1">
                <a:solidFill>
                  <a:srgbClr val="FFFFFF"/>
                </a:solidFill>
                <a:latin typeface="Helvetica Neue"/>
                <a:ea typeface="Helvetica Neue"/>
                <a:cs typeface="Helvetica Neue"/>
              </a:defRPr>
            </a:lvl1pPr>
            <a:lvl2pPr algn="l">
              <a:defRPr sz="2625" b="1">
                <a:solidFill>
                  <a:srgbClr val="FFFFFF"/>
                </a:solidFill>
                <a:latin typeface="Helvetica Neue"/>
                <a:ea typeface="Helvetica Neue"/>
                <a:cs typeface="Helvetica Neue"/>
              </a:defRPr>
            </a:lvl2pPr>
            <a:lvl3pPr algn="l">
              <a:defRPr sz="2625" b="1">
                <a:solidFill>
                  <a:srgbClr val="FFFFFF"/>
                </a:solidFill>
                <a:latin typeface="Helvetica Neue"/>
                <a:ea typeface="Helvetica Neue"/>
                <a:cs typeface="Helvetica Neue"/>
              </a:defRPr>
            </a:lvl3pPr>
            <a:lvl4pPr algn="l">
              <a:defRPr sz="2625" b="1">
                <a:solidFill>
                  <a:srgbClr val="FFFFFF"/>
                </a:solidFill>
                <a:latin typeface="Helvetica Neue"/>
                <a:ea typeface="Helvetica Neue"/>
                <a:cs typeface="Helvetica Neue"/>
              </a:defRPr>
            </a:lvl4pPr>
            <a:lvl5pPr algn="l">
              <a:defRPr sz="2625" b="1">
                <a:solidFill>
                  <a:srgbClr val="FFFFFF"/>
                </a:solidFill>
                <a:latin typeface="Helvetica Neue"/>
                <a:ea typeface="Helvetica Neue"/>
                <a:cs typeface="Helvetica Neue"/>
              </a:defRPr>
            </a:lvl5pPr>
            <a:lvl6pPr algn="l">
              <a:defRPr sz="2625" b="1">
                <a:solidFill>
                  <a:srgbClr val="FFFFFF"/>
                </a:solidFill>
                <a:latin typeface="Helvetica Neue"/>
                <a:ea typeface="Helvetica Neue"/>
                <a:cs typeface="Helvetica Neue"/>
              </a:defRPr>
            </a:lvl6pPr>
            <a:lvl7pPr algn="l">
              <a:defRPr sz="2625" b="1">
                <a:solidFill>
                  <a:srgbClr val="FFFFFF"/>
                </a:solidFill>
                <a:latin typeface="Helvetica Neue"/>
                <a:ea typeface="Helvetica Neue"/>
                <a:cs typeface="Helvetica Neue"/>
              </a:defRPr>
            </a:lvl7pPr>
            <a:lvl8pPr algn="l">
              <a:defRPr sz="2625" b="1">
                <a:solidFill>
                  <a:srgbClr val="FFFFFF"/>
                </a:solidFill>
                <a:latin typeface="Helvetica Neue"/>
                <a:ea typeface="Helvetica Neue"/>
                <a:cs typeface="Helvetica Neue"/>
              </a:defRPr>
            </a:lvl8pPr>
            <a:lvl9pPr algn="l">
              <a:defRPr sz="2625" b="1">
                <a:solidFill>
                  <a:srgbClr val="FFFFFF"/>
                </a:solidFill>
                <a:latin typeface="Helvetica Neue"/>
                <a:ea typeface="Helvetica Neue"/>
                <a:cs typeface="Helvetica Neue"/>
              </a:defRPr>
            </a:lvl9pPr>
          </a:lstStyle>
          <a:p xmlns:a="http://schemas.openxmlformats.org/drawingml/2006/main">
            <a:pPr algn="l">
              <a:defRPr sz="2625" b="1">
                <a:solidFill>
                  <a:srgbClr val="FFFFFF"/>
                </a:solidFill>
                <a:latin typeface="Helvetica Neue"/>
                <a:ea typeface="Helvetica Neue"/>
                <a:cs typeface="Helvetica Neue"/>
              </a:defRPr>
            </a:pPr>
            <a:r>
              <a:rPr sz="2625" b="1">
                <a:solidFill>
                  <a:srgbClr val="FFFFFF"/>
                </a:solidFill>
                <a:latin typeface="Helvetica Neue"/>
                <a:ea typeface="Helvetica Neue"/>
                <a:cs typeface="Helvetica Neue"/>
              </a:rPr>
              <a:t>Цель и история</a:t>
            </a:r>
          </a:p>
          <a:p xmlns:a="http://schemas.openxmlformats.org/drawingml/2006/main">
            <a:pPr algn="l">
              <a:defRPr sz="2625" b="1">
                <a:solidFill>
                  <a:srgbClr val="FFFFFF"/>
                </a:solidFill>
                <a:latin typeface="Helvetica Neue"/>
                <a:ea typeface="Helvetica Neue"/>
                <a:cs typeface="Helvetica Neue"/>
              </a:defRPr>
            </a:pPr>
            <a:r>
              <a:rPr sz="2625" b="1">
                <a:solidFill>
                  <a:srgbClr val="FFFFFF"/>
                </a:solidFill>
                <a:latin typeface="Helvetica Neue"/>
                <a:ea typeface="Helvetica Neue"/>
                <a:cs typeface="Helvetica Neue"/>
              </a:rPr>
              <a:t>ребёнка</a:t>
            </a:r>
          </a:p>
        </p:txBody>
      </p:sp>
      <p:sp>
        <p:nvSpPr>
          <p:cNvPr id="8" name="">
            <a:extLst xmlns:a="http://schemas.openxmlformats.org/drawingml/2006/main">
              <a:ext uri="{FF2B5EF4-FFF2-40B4-BE49-F238E27FC236}">
                <a16:creationId xmlns:a16="http://schemas.microsoft.com/office/drawing/2014/main" id="{02B57EDA-F0F8-41E1-9B2B-7EBF55250069}"/>
              </a:ext>
            </a:extLst>
          </p:cNvPr>
          <p:cNvSpPr>
            <a:spLocks xmlns:a="http://schemas.openxmlformats.org/drawingml/2006/main" noGrp="1"/>
          </p:cNvSpPr>
          <p:nvPr/>
        </p:nvSpPr>
        <p:spPr>
          <a:xfrm xmlns:a="http://schemas.openxmlformats.org/drawingml/2006/main">
            <a:off x="609600" y="4695825"/>
            <a:ext cx="3581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725" b="0">
                <a:solidFill>
                  <a:srgbClr val="BED0DA"/>
                </a:solidFill>
                <a:latin typeface="Helvetica Neue"/>
                <a:ea typeface="Helvetica Neue"/>
                <a:cs typeface="Helvetica Neue"/>
              </a:defRPr>
            </a:defPPr>
            <a:lvl1pPr algn="l">
              <a:defRPr sz="1725" b="0">
                <a:solidFill>
                  <a:srgbClr val="BED0DA"/>
                </a:solidFill>
                <a:latin typeface="Helvetica Neue"/>
                <a:ea typeface="Helvetica Neue"/>
                <a:cs typeface="Helvetica Neue"/>
              </a:defRPr>
            </a:lvl1pPr>
            <a:lvl2pPr algn="l">
              <a:defRPr sz="1725" b="0">
                <a:solidFill>
                  <a:srgbClr val="BED0DA"/>
                </a:solidFill>
                <a:latin typeface="Helvetica Neue"/>
                <a:ea typeface="Helvetica Neue"/>
                <a:cs typeface="Helvetica Neue"/>
              </a:defRPr>
            </a:lvl2pPr>
            <a:lvl3pPr algn="l">
              <a:defRPr sz="1725" b="0">
                <a:solidFill>
                  <a:srgbClr val="BED0DA"/>
                </a:solidFill>
                <a:latin typeface="Helvetica Neue"/>
                <a:ea typeface="Helvetica Neue"/>
                <a:cs typeface="Helvetica Neue"/>
              </a:defRPr>
            </a:lvl3pPr>
            <a:lvl4pPr algn="l">
              <a:defRPr sz="1725" b="0">
                <a:solidFill>
                  <a:srgbClr val="BED0DA"/>
                </a:solidFill>
                <a:latin typeface="Helvetica Neue"/>
                <a:ea typeface="Helvetica Neue"/>
                <a:cs typeface="Helvetica Neue"/>
              </a:defRPr>
            </a:lvl4pPr>
            <a:lvl5pPr algn="l">
              <a:defRPr sz="1725" b="0">
                <a:solidFill>
                  <a:srgbClr val="BED0DA"/>
                </a:solidFill>
                <a:latin typeface="Helvetica Neue"/>
                <a:ea typeface="Helvetica Neue"/>
                <a:cs typeface="Helvetica Neue"/>
              </a:defRPr>
            </a:lvl5pPr>
            <a:lvl6pPr algn="l">
              <a:defRPr sz="1725" b="0">
                <a:solidFill>
                  <a:srgbClr val="BED0DA"/>
                </a:solidFill>
                <a:latin typeface="Helvetica Neue"/>
                <a:ea typeface="Helvetica Neue"/>
                <a:cs typeface="Helvetica Neue"/>
              </a:defRPr>
            </a:lvl6pPr>
            <a:lvl7pPr algn="l">
              <a:defRPr sz="1725" b="0">
                <a:solidFill>
                  <a:srgbClr val="BED0DA"/>
                </a:solidFill>
                <a:latin typeface="Helvetica Neue"/>
                <a:ea typeface="Helvetica Neue"/>
                <a:cs typeface="Helvetica Neue"/>
              </a:defRPr>
            </a:lvl7pPr>
            <a:lvl8pPr algn="l">
              <a:defRPr sz="1725" b="0">
                <a:solidFill>
                  <a:srgbClr val="BED0DA"/>
                </a:solidFill>
                <a:latin typeface="Helvetica Neue"/>
                <a:ea typeface="Helvetica Neue"/>
                <a:cs typeface="Helvetica Neue"/>
              </a:defRPr>
            </a:lvl8pPr>
            <a:lvl9pPr algn="l">
              <a:defRPr sz="1725" b="0">
                <a:solidFill>
                  <a:srgbClr val="BED0DA"/>
                </a:solidFill>
                <a:latin typeface="Helvetica Neue"/>
                <a:ea typeface="Helvetica Neue"/>
                <a:cs typeface="Helvetica Neue"/>
              </a:defRPr>
            </a:lvl9pPr>
          </a:lstStyle>
          <a:p xmlns:a="http://schemas.openxmlformats.org/drawingml/2006/main">
            <a:pPr algn="l">
              <a:defRPr sz="1725" b="0">
                <a:solidFill>
                  <a:srgbClr val="BED0DA"/>
                </a:solidFill>
                <a:latin typeface="Helvetica Neue"/>
                <a:ea typeface="Helvetica Neue"/>
                <a:cs typeface="Helvetica Neue"/>
              </a:defRPr>
            </a:pPr>
            <a:r>
              <a:rPr sz="1725" b="0">
                <a:solidFill>
                  <a:srgbClr val="BED0DA"/>
                </a:solidFill>
                <a:latin typeface="Helvetica Neue"/>
                <a:ea typeface="Helvetica Neue"/>
                <a:cs typeface="Helvetica Neue"/>
              </a:rPr>
              <a:t>Активные цели и нужная помощь</a:t>
            </a:r>
          </a:p>
          <a:p xmlns:a="http://schemas.openxmlformats.org/drawingml/2006/main">
            <a:pPr algn="l">
              <a:defRPr sz="1725" b="0">
                <a:solidFill>
                  <a:srgbClr val="BED0DA"/>
                </a:solidFill>
                <a:latin typeface="Helvetica Neue"/>
                <a:ea typeface="Helvetica Neue"/>
                <a:cs typeface="Helvetica Neue"/>
              </a:defRPr>
            </a:pPr>
            <a:r>
              <a:rPr sz="1725" b="0">
                <a:solidFill>
                  <a:srgbClr val="BED0DA"/>
                </a:solidFill>
                <a:latin typeface="Helvetica Neue"/>
                <a:ea typeface="Helvetica Neue"/>
                <a:cs typeface="Helvetica Neue"/>
              </a:rPr>
              <a:t>Предпочтения родителя</a:t>
            </a:r>
          </a:p>
          <a:p xmlns:a="http://schemas.openxmlformats.org/drawingml/2006/main">
            <a:pPr algn="l">
              <a:defRPr sz="1725" b="0">
                <a:solidFill>
                  <a:srgbClr val="BED0DA"/>
                </a:solidFill>
                <a:latin typeface="Helvetica Neue"/>
                <a:ea typeface="Helvetica Neue"/>
                <a:cs typeface="Helvetica Neue"/>
              </a:defRPr>
            </a:pPr>
            <a:r>
              <a:rPr sz="1725" b="0">
                <a:solidFill>
                  <a:srgbClr val="BED0DA"/>
                </a:solidFill>
                <a:latin typeface="Helvetica Neue"/>
                <a:ea typeface="Helvetica Neue"/>
                <a:cs typeface="Helvetica Neue"/>
              </a:rPr>
              <a:t>До 8 завершённых результатов</a:t>
            </a:r>
          </a:p>
        </p:txBody>
      </p:sp>
      <p:cxnSp>
        <p:nvCxnSpPr>
          <p:cNvPr id="9" name="">
            <a:extLst xmlns:a="http://schemas.openxmlformats.org/drawingml/2006/main">
              <a:ext uri="{FF2B5EF4-FFF2-40B4-BE49-F238E27FC236}">
                <a16:creationId xmlns:a16="http://schemas.microsoft.com/office/drawing/2014/main" id="{74D077E6-EC61-4F73-9C49-908A07B30CB7}"/>
              </a:ext>
            </a:extLst>
          </p:cNvPr>
          <p:cNvCxnSpPr/>
          <p:nvPr/>
        </p:nvCxnSpPr>
        <p:spPr>
          <a:xfrm xmlns:a="http://schemas.openxmlformats.org/drawingml/2006/main">
            <a:off x="4162425" y="4371975"/>
            <a:ext cx="581025" cy="0"/>
          </a:xfrm>
          <a:prstGeom xmlns:a="http://schemas.openxmlformats.org/drawingml/2006/main" prst="straightConnector1">
            <a:avLst/>
          </a:prstGeom>
          <a:ln xmlns:a="http://schemas.openxmlformats.org/drawingml/2006/main" w="23813">
            <a:solidFill>
              <a:srgbClr val="8CD2B6"/>
            </a:solidFill>
            <a:tailEnd type="arrow" w="med" len="med"/>
          </a:ln>
        </p:spPr>
      </p:cxnSp>
      <p:sp>
        <p:nvSpPr>
          <p:cNvPr id="10" name="">
            <a:extLst xmlns:a="http://schemas.openxmlformats.org/drawingml/2006/main">
              <a:ext uri="{FF2B5EF4-FFF2-40B4-BE49-F238E27FC236}">
                <a16:creationId xmlns:a16="http://schemas.microsoft.com/office/drawing/2014/main" id="{DD07ACBD-E400-4B1C-ABC5-E6307320F592}"/>
              </a:ext>
            </a:extLst>
          </p:cNvPr>
          <p:cNvSpPr>
            <a:spLocks xmlns:a="http://schemas.openxmlformats.org/drawingml/2006/main" noGrp="1"/>
          </p:cNvSpPr>
          <p:nvPr/>
        </p:nvSpPr>
        <p:spPr>
          <a:xfrm xmlns:a="http://schemas.openxmlformats.org/drawingml/2006/main">
            <a:off x="4953000" y="3000375"/>
            <a:ext cx="5353050" cy="3057525"/>
          </a:xfrm>
          <a:prstGeom xmlns:a="http://schemas.openxmlformats.org/drawingml/2006/main" prst="roundRect">
            <a:avLst>
              <a:gd name="adj" fmla="val 6854"/>
            </a:avLst>
          </a:prstGeom>
          <a:solidFill xmlns:a="http://schemas.openxmlformats.org/drawingml/2006/main">
            <a:srgbClr val="E5F1E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001F11F-9465-4AC8-962E-FD2B7C8D7263}"/>
              </a:ext>
            </a:extLst>
          </p:cNvPr>
          <p:cNvSpPr>
            <a:spLocks xmlns:a="http://schemas.openxmlformats.org/drawingml/2006/main" noGrp="1"/>
          </p:cNvSpPr>
          <p:nvPr/>
        </p:nvSpPr>
        <p:spPr>
          <a:xfrm xmlns:a="http://schemas.openxmlformats.org/drawingml/2006/main">
            <a:off x="5238750" y="3248025"/>
            <a:ext cx="4762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350" b="1">
                <a:solidFill>
                  <a:srgbClr val="247C63"/>
                </a:solidFill>
                <a:latin typeface="Helvetica Neue"/>
                <a:ea typeface="Helvetica Neue"/>
                <a:cs typeface="Helvetica Neue"/>
              </a:defRPr>
            </a:defPPr>
            <a:lvl1pPr algn="l">
              <a:defRPr sz="1350" b="1">
                <a:solidFill>
                  <a:srgbClr val="247C63"/>
                </a:solidFill>
                <a:latin typeface="Helvetica Neue"/>
                <a:ea typeface="Helvetica Neue"/>
                <a:cs typeface="Helvetica Neue"/>
              </a:defRPr>
            </a:lvl1pPr>
            <a:lvl2pPr algn="l">
              <a:defRPr sz="1350" b="1">
                <a:solidFill>
                  <a:srgbClr val="247C63"/>
                </a:solidFill>
                <a:latin typeface="Helvetica Neue"/>
                <a:ea typeface="Helvetica Neue"/>
                <a:cs typeface="Helvetica Neue"/>
              </a:defRPr>
            </a:lvl2pPr>
            <a:lvl3pPr algn="l">
              <a:defRPr sz="1350" b="1">
                <a:solidFill>
                  <a:srgbClr val="247C63"/>
                </a:solidFill>
                <a:latin typeface="Helvetica Neue"/>
                <a:ea typeface="Helvetica Neue"/>
                <a:cs typeface="Helvetica Neue"/>
              </a:defRPr>
            </a:lvl3pPr>
            <a:lvl4pPr algn="l">
              <a:defRPr sz="1350" b="1">
                <a:solidFill>
                  <a:srgbClr val="247C63"/>
                </a:solidFill>
                <a:latin typeface="Helvetica Neue"/>
                <a:ea typeface="Helvetica Neue"/>
                <a:cs typeface="Helvetica Neue"/>
              </a:defRPr>
            </a:lvl4pPr>
            <a:lvl5pPr algn="l">
              <a:defRPr sz="1350" b="1">
                <a:solidFill>
                  <a:srgbClr val="247C63"/>
                </a:solidFill>
                <a:latin typeface="Helvetica Neue"/>
                <a:ea typeface="Helvetica Neue"/>
                <a:cs typeface="Helvetica Neue"/>
              </a:defRPr>
            </a:lvl5pPr>
            <a:lvl6pPr algn="l">
              <a:defRPr sz="1350" b="1">
                <a:solidFill>
                  <a:srgbClr val="247C63"/>
                </a:solidFill>
                <a:latin typeface="Helvetica Neue"/>
                <a:ea typeface="Helvetica Neue"/>
                <a:cs typeface="Helvetica Neue"/>
              </a:defRPr>
            </a:lvl6pPr>
            <a:lvl7pPr algn="l">
              <a:defRPr sz="1350" b="1">
                <a:solidFill>
                  <a:srgbClr val="247C63"/>
                </a:solidFill>
                <a:latin typeface="Helvetica Neue"/>
                <a:ea typeface="Helvetica Neue"/>
                <a:cs typeface="Helvetica Neue"/>
              </a:defRPr>
            </a:lvl7pPr>
            <a:lvl8pPr algn="l">
              <a:defRPr sz="1350" b="1">
                <a:solidFill>
                  <a:srgbClr val="247C63"/>
                </a:solidFill>
                <a:latin typeface="Helvetica Neue"/>
                <a:ea typeface="Helvetica Neue"/>
                <a:cs typeface="Helvetica Neue"/>
              </a:defRPr>
            </a:lvl8pPr>
            <a:lvl9pPr algn="l">
              <a:defRPr sz="1350" b="1">
                <a:solidFill>
                  <a:srgbClr val="247C63"/>
                </a:solidFill>
                <a:latin typeface="Helvetica Neue"/>
                <a:ea typeface="Helvetica Neue"/>
                <a:cs typeface="Helvetica Neue"/>
              </a:defRPr>
            </a:lvl9pPr>
          </a:lstStyle>
          <a:p xmlns:a="http://schemas.openxmlformats.org/drawingml/2006/main">
            <a:pPr algn="l">
              <a:defRPr sz="1350" b="1">
                <a:solidFill>
                  <a:srgbClr val="247C63"/>
                </a:solidFill>
                <a:latin typeface="Helvetica Neue"/>
                <a:ea typeface="Helvetica Neue"/>
                <a:cs typeface="Helvetica Neue"/>
              </a:defRPr>
            </a:pPr>
            <a:r>
              <a:rPr sz="1350" b="1">
                <a:solidFill>
                  <a:srgbClr val="247C63"/>
                </a:solidFill>
                <a:latin typeface="Helvetica Neue"/>
                <a:ea typeface="Helvetica Neue"/>
                <a:cs typeface="Helvetica Neue"/>
              </a:rPr>
              <a:t>АДАПТИВНЫЙ АЛГОРИТМ</a:t>
            </a:r>
          </a:p>
        </p:txBody>
      </p:sp>
      <p:sp>
        <p:nvSpPr>
          <p:cNvPr id="12" name="">
            <a:extLst xmlns:a="http://schemas.openxmlformats.org/drawingml/2006/main">
              <a:ext uri="{FF2B5EF4-FFF2-40B4-BE49-F238E27FC236}">
                <a16:creationId xmlns:a16="http://schemas.microsoft.com/office/drawing/2014/main" id="{A72F4BCE-7502-465E-944B-3FDB8E5FC2EC}"/>
              </a:ext>
            </a:extLst>
          </p:cNvPr>
          <p:cNvSpPr>
            <a:spLocks xmlns:a="http://schemas.openxmlformats.org/drawingml/2006/main" noGrp="1"/>
          </p:cNvSpPr>
          <p:nvPr/>
        </p:nvSpPr>
        <p:spPr>
          <a:xfrm xmlns:a="http://schemas.openxmlformats.org/drawingml/2006/main">
            <a:off x="5238750" y="3790950"/>
            <a:ext cx="47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875" b="1">
                <a:solidFill>
                  <a:srgbClr val="247C63"/>
                </a:solidFill>
                <a:latin typeface="Helvetica Neue"/>
                <a:ea typeface="Helvetica Neue"/>
                <a:cs typeface="Helvetica Neue"/>
              </a:defRPr>
            </a:defPPr>
            <a:lvl1pPr algn="l">
              <a:defRPr sz="1875" b="1">
                <a:solidFill>
                  <a:srgbClr val="247C63"/>
                </a:solidFill>
                <a:latin typeface="Helvetica Neue"/>
                <a:ea typeface="Helvetica Neue"/>
                <a:cs typeface="Helvetica Neue"/>
              </a:defRPr>
            </a:lvl1pPr>
            <a:lvl2pPr algn="l">
              <a:defRPr sz="1875" b="1">
                <a:solidFill>
                  <a:srgbClr val="247C63"/>
                </a:solidFill>
                <a:latin typeface="Helvetica Neue"/>
                <a:ea typeface="Helvetica Neue"/>
                <a:cs typeface="Helvetica Neue"/>
              </a:defRPr>
            </a:lvl2pPr>
            <a:lvl3pPr algn="l">
              <a:defRPr sz="1875" b="1">
                <a:solidFill>
                  <a:srgbClr val="247C63"/>
                </a:solidFill>
                <a:latin typeface="Helvetica Neue"/>
                <a:ea typeface="Helvetica Neue"/>
                <a:cs typeface="Helvetica Neue"/>
              </a:defRPr>
            </a:lvl3pPr>
            <a:lvl4pPr algn="l">
              <a:defRPr sz="1875" b="1">
                <a:solidFill>
                  <a:srgbClr val="247C63"/>
                </a:solidFill>
                <a:latin typeface="Helvetica Neue"/>
                <a:ea typeface="Helvetica Neue"/>
                <a:cs typeface="Helvetica Neue"/>
              </a:defRPr>
            </a:lvl4pPr>
            <a:lvl5pPr algn="l">
              <a:defRPr sz="1875" b="1">
                <a:solidFill>
                  <a:srgbClr val="247C63"/>
                </a:solidFill>
                <a:latin typeface="Helvetica Neue"/>
                <a:ea typeface="Helvetica Neue"/>
                <a:cs typeface="Helvetica Neue"/>
              </a:defRPr>
            </a:lvl5pPr>
            <a:lvl6pPr algn="l">
              <a:defRPr sz="1875" b="1">
                <a:solidFill>
                  <a:srgbClr val="247C63"/>
                </a:solidFill>
                <a:latin typeface="Helvetica Neue"/>
                <a:ea typeface="Helvetica Neue"/>
                <a:cs typeface="Helvetica Neue"/>
              </a:defRPr>
            </a:lvl6pPr>
            <a:lvl7pPr algn="l">
              <a:defRPr sz="1875" b="1">
                <a:solidFill>
                  <a:srgbClr val="247C63"/>
                </a:solidFill>
                <a:latin typeface="Helvetica Neue"/>
                <a:ea typeface="Helvetica Neue"/>
                <a:cs typeface="Helvetica Neue"/>
              </a:defRPr>
            </a:lvl7pPr>
            <a:lvl8pPr algn="l">
              <a:defRPr sz="1875" b="1">
                <a:solidFill>
                  <a:srgbClr val="247C63"/>
                </a:solidFill>
                <a:latin typeface="Helvetica Neue"/>
                <a:ea typeface="Helvetica Neue"/>
                <a:cs typeface="Helvetica Neue"/>
              </a:defRPr>
            </a:lvl8pPr>
            <a:lvl9pPr algn="l">
              <a:defRPr sz="1875" b="1">
                <a:solidFill>
                  <a:srgbClr val="247C63"/>
                </a:solidFill>
                <a:latin typeface="Helvetica Neue"/>
                <a:ea typeface="Helvetica Neue"/>
                <a:cs typeface="Helvetica Neue"/>
              </a:defRPr>
            </a:lvl9pPr>
          </a:lstStyle>
          <a:p xmlns:a="http://schemas.openxmlformats.org/drawingml/2006/main">
            <a:pPr algn="l">
              <a:defRPr sz="1875" b="1">
                <a:solidFill>
                  <a:srgbClr val="247C63"/>
                </a:solidFill>
                <a:latin typeface="Helvetica Neue"/>
                <a:ea typeface="Helvetica Neue"/>
                <a:cs typeface="Helvetica Neue"/>
              </a:defRPr>
            </a:pPr>
            <a:r>
              <a:rPr sz="1875" b="1">
                <a:solidFill>
                  <a:srgbClr val="247C63"/>
                </a:solidFill>
                <a:latin typeface="Helvetica Neue"/>
                <a:ea typeface="Helvetica Neue"/>
                <a:cs typeface="Helvetica Neue"/>
              </a:rPr>
              <a:t>01</a:t>
            </a:r>
          </a:p>
        </p:txBody>
      </p:sp>
      <p:sp>
        <p:nvSpPr>
          <p:cNvPr id="13" name="">
            <a:extLst xmlns:a="http://schemas.openxmlformats.org/drawingml/2006/main">
              <a:ext uri="{FF2B5EF4-FFF2-40B4-BE49-F238E27FC236}">
                <a16:creationId xmlns:a16="http://schemas.microsoft.com/office/drawing/2014/main" id="{A46B5B0B-FFAA-44F1-82C3-8C05211A7370}"/>
              </a:ext>
            </a:extLst>
          </p:cNvPr>
          <p:cNvSpPr>
            <a:spLocks xmlns:a="http://schemas.openxmlformats.org/drawingml/2006/main" noGrp="1"/>
          </p:cNvSpPr>
          <p:nvPr/>
        </p:nvSpPr>
        <p:spPr>
          <a:xfrm xmlns:a="http://schemas.openxmlformats.org/drawingml/2006/main">
            <a:off x="5810250" y="3771900"/>
            <a:ext cx="4143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025" b="1">
                <a:solidFill>
                  <a:srgbClr val="173347"/>
                </a:solidFill>
                <a:latin typeface="Helvetica Neue"/>
                <a:ea typeface="Helvetica Neue"/>
                <a:cs typeface="Helvetica Neue"/>
              </a:defRPr>
            </a:defPPr>
            <a:lvl1pPr algn="l">
              <a:defRPr sz="2025" b="1">
                <a:solidFill>
                  <a:srgbClr val="173347"/>
                </a:solidFill>
                <a:latin typeface="Helvetica Neue"/>
                <a:ea typeface="Helvetica Neue"/>
                <a:cs typeface="Helvetica Neue"/>
              </a:defRPr>
            </a:lvl1pPr>
            <a:lvl2pPr algn="l">
              <a:defRPr sz="2025" b="1">
                <a:solidFill>
                  <a:srgbClr val="173347"/>
                </a:solidFill>
                <a:latin typeface="Helvetica Neue"/>
                <a:ea typeface="Helvetica Neue"/>
                <a:cs typeface="Helvetica Neue"/>
              </a:defRPr>
            </a:lvl2pPr>
            <a:lvl3pPr algn="l">
              <a:defRPr sz="2025" b="1">
                <a:solidFill>
                  <a:srgbClr val="173347"/>
                </a:solidFill>
                <a:latin typeface="Helvetica Neue"/>
                <a:ea typeface="Helvetica Neue"/>
                <a:cs typeface="Helvetica Neue"/>
              </a:defRPr>
            </a:lvl3pPr>
            <a:lvl4pPr algn="l">
              <a:defRPr sz="2025" b="1">
                <a:solidFill>
                  <a:srgbClr val="173347"/>
                </a:solidFill>
                <a:latin typeface="Helvetica Neue"/>
                <a:ea typeface="Helvetica Neue"/>
                <a:cs typeface="Helvetica Neue"/>
              </a:defRPr>
            </a:lvl4pPr>
            <a:lvl5pPr algn="l">
              <a:defRPr sz="2025" b="1">
                <a:solidFill>
                  <a:srgbClr val="173347"/>
                </a:solidFill>
                <a:latin typeface="Helvetica Neue"/>
                <a:ea typeface="Helvetica Neue"/>
                <a:cs typeface="Helvetica Neue"/>
              </a:defRPr>
            </a:lvl5pPr>
            <a:lvl6pPr algn="l">
              <a:defRPr sz="2025" b="1">
                <a:solidFill>
                  <a:srgbClr val="173347"/>
                </a:solidFill>
                <a:latin typeface="Helvetica Neue"/>
                <a:ea typeface="Helvetica Neue"/>
                <a:cs typeface="Helvetica Neue"/>
              </a:defRPr>
            </a:lvl6pPr>
            <a:lvl7pPr algn="l">
              <a:defRPr sz="2025" b="1">
                <a:solidFill>
                  <a:srgbClr val="173347"/>
                </a:solidFill>
                <a:latin typeface="Helvetica Neue"/>
                <a:ea typeface="Helvetica Neue"/>
                <a:cs typeface="Helvetica Neue"/>
              </a:defRPr>
            </a:lvl7pPr>
            <a:lvl8pPr algn="l">
              <a:defRPr sz="2025" b="1">
                <a:solidFill>
                  <a:srgbClr val="173347"/>
                </a:solidFill>
                <a:latin typeface="Helvetica Neue"/>
                <a:ea typeface="Helvetica Neue"/>
                <a:cs typeface="Helvetica Neue"/>
              </a:defRPr>
            </a:lvl8pPr>
            <a:lvl9pPr algn="l">
              <a:defRPr sz="2025" b="1">
                <a:solidFill>
                  <a:srgbClr val="173347"/>
                </a:solidFill>
                <a:latin typeface="Helvetica Neue"/>
                <a:ea typeface="Helvetica Neue"/>
                <a:cs typeface="Helvetica Neue"/>
              </a:defRPr>
            </a:lvl9pPr>
          </a:lstStyle>
          <a:p xmlns:a="http://schemas.openxmlformats.org/drawingml/2006/main">
            <a:pPr algn="l">
              <a:defRPr sz="2025" b="1">
                <a:solidFill>
                  <a:srgbClr val="173347"/>
                </a:solidFill>
                <a:latin typeface="Helvetica Neue"/>
                <a:ea typeface="Helvetica Neue"/>
                <a:cs typeface="Helvetica Neue"/>
              </a:defRPr>
            </a:pPr>
            <a:r>
              <a:rPr sz="2025" b="1">
                <a:solidFill>
                  <a:srgbClr val="173347"/>
                </a:solidFill>
                <a:latin typeface="Helvetica Neue"/>
                <a:ea typeface="Helvetica Neue"/>
                <a:cs typeface="Helvetica Neue"/>
              </a:rPr>
              <a:t>Отбор</a:t>
            </a:r>
          </a:p>
        </p:txBody>
      </p:sp>
      <p:sp>
        <p:nvSpPr>
          <p:cNvPr id="14" name="">
            <a:extLst xmlns:a="http://schemas.openxmlformats.org/drawingml/2006/main">
              <a:ext uri="{FF2B5EF4-FFF2-40B4-BE49-F238E27FC236}">
                <a16:creationId xmlns:a16="http://schemas.microsoft.com/office/drawing/2014/main" id="{097116BD-9511-492F-A261-6B079DBBC2CC}"/>
              </a:ext>
            </a:extLst>
          </p:cNvPr>
          <p:cNvSpPr>
            <a:spLocks xmlns:a="http://schemas.openxmlformats.org/drawingml/2006/main" noGrp="1"/>
          </p:cNvSpPr>
          <p:nvPr/>
        </p:nvSpPr>
        <p:spPr>
          <a:xfrm xmlns:a="http://schemas.openxmlformats.org/drawingml/2006/main">
            <a:off x="5810250" y="4114800"/>
            <a:ext cx="4143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575" b="0">
                <a:solidFill>
                  <a:srgbClr val="607581"/>
                </a:solidFill>
                <a:latin typeface="Helvetica Neue"/>
                <a:ea typeface="Helvetica Neue"/>
                <a:cs typeface="Helvetica Neue"/>
              </a:defRPr>
            </a:defPPr>
            <a:lvl1pPr algn="l">
              <a:defRPr sz="1575" b="0">
                <a:solidFill>
                  <a:srgbClr val="607581"/>
                </a:solidFill>
                <a:latin typeface="Helvetica Neue"/>
                <a:ea typeface="Helvetica Neue"/>
                <a:cs typeface="Helvetica Neue"/>
              </a:defRPr>
            </a:lvl1pPr>
            <a:lvl2pPr algn="l">
              <a:defRPr sz="1575" b="0">
                <a:solidFill>
                  <a:srgbClr val="607581"/>
                </a:solidFill>
                <a:latin typeface="Helvetica Neue"/>
                <a:ea typeface="Helvetica Neue"/>
                <a:cs typeface="Helvetica Neue"/>
              </a:defRPr>
            </a:lvl2pPr>
            <a:lvl3pPr algn="l">
              <a:defRPr sz="1575" b="0">
                <a:solidFill>
                  <a:srgbClr val="607581"/>
                </a:solidFill>
                <a:latin typeface="Helvetica Neue"/>
                <a:ea typeface="Helvetica Neue"/>
                <a:cs typeface="Helvetica Neue"/>
              </a:defRPr>
            </a:lvl3pPr>
            <a:lvl4pPr algn="l">
              <a:defRPr sz="1575" b="0">
                <a:solidFill>
                  <a:srgbClr val="607581"/>
                </a:solidFill>
                <a:latin typeface="Helvetica Neue"/>
                <a:ea typeface="Helvetica Neue"/>
                <a:cs typeface="Helvetica Neue"/>
              </a:defRPr>
            </a:lvl4pPr>
            <a:lvl5pPr algn="l">
              <a:defRPr sz="1575" b="0">
                <a:solidFill>
                  <a:srgbClr val="607581"/>
                </a:solidFill>
                <a:latin typeface="Helvetica Neue"/>
                <a:ea typeface="Helvetica Neue"/>
                <a:cs typeface="Helvetica Neue"/>
              </a:defRPr>
            </a:lvl5pPr>
            <a:lvl6pPr algn="l">
              <a:defRPr sz="1575" b="0">
                <a:solidFill>
                  <a:srgbClr val="607581"/>
                </a:solidFill>
                <a:latin typeface="Helvetica Neue"/>
                <a:ea typeface="Helvetica Neue"/>
                <a:cs typeface="Helvetica Neue"/>
              </a:defRPr>
            </a:lvl6pPr>
            <a:lvl7pPr algn="l">
              <a:defRPr sz="1575" b="0">
                <a:solidFill>
                  <a:srgbClr val="607581"/>
                </a:solidFill>
                <a:latin typeface="Helvetica Neue"/>
                <a:ea typeface="Helvetica Neue"/>
                <a:cs typeface="Helvetica Neue"/>
              </a:defRPr>
            </a:lvl7pPr>
            <a:lvl8pPr algn="l">
              <a:defRPr sz="1575" b="0">
                <a:solidFill>
                  <a:srgbClr val="607581"/>
                </a:solidFill>
                <a:latin typeface="Helvetica Neue"/>
                <a:ea typeface="Helvetica Neue"/>
                <a:cs typeface="Helvetica Neue"/>
              </a:defRPr>
            </a:lvl8pPr>
            <a:lvl9pPr algn="l">
              <a:defRPr sz="1575" b="0">
                <a:solidFill>
                  <a:srgbClr val="607581"/>
                </a:solidFill>
                <a:latin typeface="Helvetica Neue"/>
                <a:ea typeface="Helvetica Neue"/>
                <a:cs typeface="Helvetica Neue"/>
              </a:defRPr>
            </a:lvl9pPr>
          </a:lstStyle>
          <a:p xmlns:a="http://schemas.openxmlformats.org/drawingml/2006/main">
            <a:pPr algn="l">
              <a:defRPr sz="1575" b="0">
                <a:solidFill>
                  <a:srgbClr val="607581"/>
                </a:solidFill>
                <a:latin typeface="Helvetica Neue"/>
                <a:ea typeface="Helvetica Neue"/>
                <a:cs typeface="Helvetica Neue"/>
              </a:defRPr>
            </a:pPr>
            <a:r>
              <a:rPr sz="1575" b="0">
                <a:solidFill>
                  <a:srgbClr val="607581"/>
                </a:solidFill>
                <a:latin typeface="Helvetica Neue"/>
                <a:ea typeface="Helvetica Neue"/>
                <a:cs typeface="Helvetica Neue"/>
              </a:rPr>
              <a:t>Разрешённые задания по цели</a:t>
            </a:r>
          </a:p>
        </p:txBody>
      </p:sp>
      <p:cxnSp>
        <p:nvCxnSpPr>
          <p:cNvPr id="15" name="">
            <a:extLst xmlns:a="http://schemas.openxmlformats.org/drawingml/2006/main">
              <a:ext uri="{FF2B5EF4-FFF2-40B4-BE49-F238E27FC236}">
                <a16:creationId xmlns:a16="http://schemas.microsoft.com/office/drawing/2014/main" id="{994A56A3-300E-4AF1-B1E5-B145405D1E1B}"/>
              </a:ext>
            </a:extLst>
          </p:cNvPr>
          <p:cNvCxnSpPr/>
          <p:nvPr/>
        </p:nvCxnSpPr>
        <p:spPr>
          <a:xfrm xmlns:a="http://schemas.openxmlformats.org/drawingml/2006/main">
            <a:off x="5238750" y="4410075"/>
            <a:ext cx="4762500" cy="0"/>
          </a:xfrm>
          <a:prstGeom xmlns:a="http://schemas.openxmlformats.org/drawingml/2006/main" prst="straightConnector1">
            <a:avLst/>
          </a:prstGeom>
          <a:ln xmlns:a="http://schemas.openxmlformats.org/drawingml/2006/main" w="9525">
            <a:solidFill>
              <a:srgbClr val="BED6CD"/>
            </a:solidFill>
          </a:ln>
        </p:spPr>
      </p:cxnSp>
      <p:sp>
        <p:nvSpPr>
          <p:cNvPr id="16" name="">
            <a:extLst xmlns:a="http://schemas.openxmlformats.org/drawingml/2006/main">
              <a:ext uri="{FF2B5EF4-FFF2-40B4-BE49-F238E27FC236}">
                <a16:creationId xmlns:a16="http://schemas.microsoft.com/office/drawing/2014/main" id="{8D7AFF16-FBEE-402E-9480-65310339790B}"/>
              </a:ext>
            </a:extLst>
          </p:cNvPr>
          <p:cNvSpPr>
            <a:spLocks xmlns:a="http://schemas.openxmlformats.org/drawingml/2006/main" noGrp="1"/>
          </p:cNvSpPr>
          <p:nvPr/>
        </p:nvSpPr>
        <p:spPr>
          <a:xfrm xmlns:a="http://schemas.openxmlformats.org/drawingml/2006/main">
            <a:off x="5238750" y="4486275"/>
            <a:ext cx="47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875" b="1">
                <a:solidFill>
                  <a:srgbClr val="247C63"/>
                </a:solidFill>
                <a:latin typeface="Helvetica Neue"/>
                <a:ea typeface="Helvetica Neue"/>
                <a:cs typeface="Helvetica Neue"/>
              </a:defRPr>
            </a:defPPr>
            <a:lvl1pPr algn="l">
              <a:defRPr sz="1875" b="1">
                <a:solidFill>
                  <a:srgbClr val="247C63"/>
                </a:solidFill>
                <a:latin typeface="Helvetica Neue"/>
                <a:ea typeface="Helvetica Neue"/>
                <a:cs typeface="Helvetica Neue"/>
              </a:defRPr>
            </a:lvl1pPr>
            <a:lvl2pPr algn="l">
              <a:defRPr sz="1875" b="1">
                <a:solidFill>
                  <a:srgbClr val="247C63"/>
                </a:solidFill>
                <a:latin typeface="Helvetica Neue"/>
                <a:ea typeface="Helvetica Neue"/>
                <a:cs typeface="Helvetica Neue"/>
              </a:defRPr>
            </a:lvl2pPr>
            <a:lvl3pPr algn="l">
              <a:defRPr sz="1875" b="1">
                <a:solidFill>
                  <a:srgbClr val="247C63"/>
                </a:solidFill>
                <a:latin typeface="Helvetica Neue"/>
                <a:ea typeface="Helvetica Neue"/>
                <a:cs typeface="Helvetica Neue"/>
              </a:defRPr>
            </a:lvl3pPr>
            <a:lvl4pPr algn="l">
              <a:defRPr sz="1875" b="1">
                <a:solidFill>
                  <a:srgbClr val="247C63"/>
                </a:solidFill>
                <a:latin typeface="Helvetica Neue"/>
                <a:ea typeface="Helvetica Neue"/>
                <a:cs typeface="Helvetica Neue"/>
              </a:defRPr>
            </a:lvl4pPr>
            <a:lvl5pPr algn="l">
              <a:defRPr sz="1875" b="1">
                <a:solidFill>
                  <a:srgbClr val="247C63"/>
                </a:solidFill>
                <a:latin typeface="Helvetica Neue"/>
                <a:ea typeface="Helvetica Neue"/>
                <a:cs typeface="Helvetica Neue"/>
              </a:defRPr>
            </a:lvl5pPr>
            <a:lvl6pPr algn="l">
              <a:defRPr sz="1875" b="1">
                <a:solidFill>
                  <a:srgbClr val="247C63"/>
                </a:solidFill>
                <a:latin typeface="Helvetica Neue"/>
                <a:ea typeface="Helvetica Neue"/>
                <a:cs typeface="Helvetica Neue"/>
              </a:defRPr>
            </a:lvl6pPr>
            <a:lvl7pPr algn="l">
              <a:defRPr sz="1875" b="1">
                <a:solidFill>
                  <a:srgbClr val="247C63"/>
                </a:solidFill>
                <a:latin typeface="Helvetica Neue"/>
                <a:ea typeface="Helvetica Neue"/>
                <a:cs typeface="Helvetica Neue"/>
              </a:defRPr>
            </a:lvl7pPr>
            <a:lvl8pPr algn="l">
              <a:defRPr sz="1875" b="1">
                <a:solidFill>
                  <a:srgbClr val="247C63"/>
                </a:solidFill>
                <a:latin typeface="Helvetica Neue"/>
                <a:ea typeface="Helvetica Neue"/>
                <a:cs typeface="Helvetica Neue"/>
              </a:defRPr>
            </a:lvl8pPr>
            <a:lvl9pPr algn="l">
              <a:defRPr sz="1875" b="1">
                <a:solidFill>
                  <a:srgbClr val="247C63"/>
                </a:solidFill>
                <a:latin typeface="Helvetica Neue"/>
                <a:ea typeface="Helvetica Neue"/>
                <a:cs typeface="Helvetica Neue"/>
              </a:defRPr>
            </a:lvl9pPr>
          </a:lstStyle>
          <a:p xmlns:a="http://schemas.openxmlformats.org/drawingml/2006/main">
            <a:pPr algn="l">
              <a:defRPr sz="1875" b="1">
                <a:solidFill>
                  <a:srgbClr val="247C63"/>
                </a:solidFill>
                <a:latin typeface="Helvetica Neue"/>
                <a:ea typeface="Helvetica Neue"/>
                <a:cs typeface="Helvetica Neue"/>
              </a:defRPr>
            </a:pPr>
            <a:r>
              <a:rPr sz="1875" b="1">
                <a:solidFill>
                  <a:srgbClr val="247C63"/>
                </a:solidFill>
                <a:latin typeface="Helvetica Neue"/>
                <a:ea typeface="Helvetica Neue"/>
                <a:cs typeface="Helvetica Neue"/>
              </a:rPr>
              <a:t>02</a:t>
            </a:r>
          </a:p>
        </p:txBody>
      </p:sp>
      <p:sp>
        <p:nvSpPr>
          <p:cNvPr id="17" name="">
            <a:extLst xmlns:a="http://schemas.openxmlformats.org/drawingml/2006/main">
              <a:ext uri="{FF2B5EF4-FFF2-40B4-BE49-F238E27FC236}">
                <a16:creationId xmlns:a16="http://schemas.microsoft.com/office/drawing/2014/main" id="{28708344-BEBC-4831-94D1-FD6E26D6ED65}"/>
              </a:ext>
            </a:extLst>
          </p:cNvPr>
          <p:cNvSpPr>
            <a:spLocks xmlns:a="http://schemas.openxmlformats.org/drawingml/2006/main" noGrp="1"/>
          </p:cNvSpPr>
          <p:nvPr/>
        </p:nvSpPr>
        <p:spPr>
          <a:xfrm xmlns:a="http://schemas.openxmlformats.org/drawingml/2006/main">
            <a:off x="5810250" y="4467225"/>
            <a:ext cx="4143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025" b="1">
                <a:solidFill>
                  <a:srgbClr val="173347"/>
                </a:solidFill>
                <a:latin typeface="Helvetica Neue"/>
                <a:ea typeface="Helvetica Neue"/>
                <a:cs typeface="Helvetica Neue"/>
              </a:defRPr>
            </a:defPPr>
            <a:lvl1pPr algn="l">
              <a:defRPr sz="2025" b="1">
                <a:solidFill>
                  <a:srgbClr val="173347"/>
                </a:solidFill>
                <a:latin typeface="Helvetica Neue"/>
                <a:ea typeface="Helvetica Neue"/>
                <a:cs typeface="Helvetica Neue"/>
              </a:defRPr>
            </a:lvl1pPr>
            <a:lvl2pPr algn="l">
              <a:defRPr sz="2025" b="1">
                <a:solidFill>
                  <a:srgbClr val="173347"/>
                </a:solidFill>
                <a:latin typeface="Helvetica Neue"/>
                <a:ea typeface="Helvetica Neue"/>
                <a:cs typeface="Helvetica Neue"/>
              </a:defRPr>
            </a:lvl2pPr>
            <a:lvl3pPr algn="l">
              <a:defRPr sz="2025" b="1">
                <a:solidFill>
                  <a:srgbClr val="173347"/>
                </a:solidFill>
                <a:latin typeface="Helvetica Neue"/>
                <a:ea typeface="Helvetica Neue"/>
                <a:cs typeface="Helvetica Neue"/>
              </a:defRPr>
            </a:lvl3pPr>
            <a:lvl4pPr algn="l">
              <a:defRPr sz="2025" b="1">
                <a:solidFill>
                  <a:srgbClr val="173347"/>
                </a:solidFill>
                <a:latin typeface="Helvetica Neue"/>
                <a:ea typeface="Helvetica Neue"/>
                <a:cs typeface="Helvetica Neue"/>
              </a:defRPr>
            </a:lvl4pPr>
            <a:lvl5pPr algn="l">
              <a:defRPr sz="2025" b="1">
                <a:solidFill>
                  <a:srgbClr val="173347"/>
                </a:solidFill>
                <a:latin typeface="Helvetica Neue"/>
                <a:ea typeface="Helvetica Neue"/>
                <a:cs typeface="Helvetica Neue"/>
              </a:defRPr>
            </a:lvl5pPr>
            <a:lvl6pPr algn="l">
              <a:defRPr sz="2025" b="1">
                <a:solidFill>
                  <a:srgbClr val="173347"/>
                </a:solidFill>
                <a:latin typeface="Helvetica Neue"/>
                <a:ea typeface="Helvetica Neue"/>
                <a:cs typeface="Helvetica Neue"/>
              </a:defRPr>
            </a:lvl6pPr>
            <a:lvl7pPr algn="l">
              <a:defRPr sz="2025" b="1">
                <a:solidFill>
                  <a:srgbClr val="173347"/>
                </a:solidFill>
                <a:latin typeface="Helvetica Neue"/>
                <a:ea typeface="Helvetica Neue"/>
                <a:cs typeface="Helvetica Neue"/>
              </a:defRPr>
            </a:lvl7pPr>
            <a:lvl8pPr algn="l">
              <a:defRPr sz="2025" b="1">
                <a:solidFill>
                  <a:srgbClr val="173347"/>
                </a:solidFill>
                <a:latin typeface="Helvetica Neue"/>
                <a:ea typeface="Helvetica Neue"/>
                <a:cs typeface="Helvetica Neue"/>
              </a:defRPr>
            </a:lvl8pPr>
            <a:lvl9pPr algn="l">
              <a:defRPr sz="2025" b="1">
                <a:solidFill>
                  <a:srgbClr val="173347"/>
                </a:solidFill>
                <a:latin typeface="Helvetica Neue"/>
                <a:ea typeface="Helvetica Neue"/>
                <a:cs typeface="Helvetica Neue"/>
              </a:defRPr>
            </a:lvl9pPr>
          </a:lstStyle>
          <a:p xmlns:a="http://schemas.openxmlformats.org/drawingml/2006/main">
            <a:pPr algn="l">
              <a:defRPr sz="2025" b="1">
                <a:solidFill>
                  <a:srgbClr val="173347"/>
                </a:solidFill>
                <a:latin typeface="Helvetica Neue"/>
                <a:ea typeface="Helvetica Neue"/>
                <a:cs typeface="Helvetica Neue"/>
              </a:defRPr>
            </a:pPr>
            <a:r>
              <a:rPr sz="2025" b="1">
                <a:solidFill>
                  <a:srgbClr val="173347"/>
                </a:solidFill>
                <a:latin typeface="Helvetica Neue"/>
                <a:ea typeface="Helvetica Neue"/>
                <a:cs typeface="Helvetica Neue"/>
              </a:rPr>
              <a:t>Анализ</a:t>
            </a:r>
          </a:p>
        </p:txBody>
      </p:sp>
      <p:sp>
        <p:nvSpPr>
          <p:cNvPr id="18" name="">
            <a:extLst xmlns:a="http://schemas.openxmlformats.org/drawingml/2006/main">
              <a:ext uri="{FF2B5EF4-FFF2-40B4-BE49-F238E27FC236}">
                <a16:creationId xmlns:a16="http://schemas.microsoft.com/office/drawing/2014/main" id="{5371799F-4A2B-4496-8B94-4794B2810957}"/>
              </a:ext>
            </a:extLst>
          </p:cNvPr>
          <p:cNvSpPr>
            <a:spLocks xmlns:a="http://schemas.openxmlformats.org/drawingml/2006/main" noGrp="1"/>
          </p:cNvSpPr>
          <p:nvPr/>
        </p:nvSpPr>
        <p:spPr>
          <a:xfrm xmlns:a="http://schemas.openxmlformats.org/drawingml/2006/main">
            <a:off x="5810250" y="4810125"/>
            <a:ext cx="4143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575" b="0">
                <a:solidFill>
                  <a:srgbClr val="607581"/>
                </a:solidFill>
                <a:latin typeface="Helvetica Neue"/>
                <a:ea typeface="Helvetica Neue"/>
                <a:cs typeface="Helvetica Neue"/>
              </a:defRPr>
            </a:defPPr>
            <a:lvl1pPr algn="l">
              <a:defRPr sz="1575" b="0">
                <a:solidFill>
                  <a:srgbClr val="607581"/>
                </a:solidFill>
                <a:latin typeface="Helvetica Neue"/>
                <a:ea typeface="Helvetica Neue"/>
                <a:cs typeface="Helvetica Neue"/>
              </a:defRPr>
            </a:lvl1pPr>
            <a:lvl2pPr algn="l">
              <a:defRPr sz="1575" b="0">
                <a:solidFill>
                  <a:srgbClr val="607581"/>
                </a:solidFill>
                <a:latin typeface="Helvetica Neue"/>
                <a:ea typeface="Helvetica Neue"/>
                <a:cs typeface="Helvetica Neue"/>
              </a:defRPr>
            </a:lvl2pPr>
            <a:lvl3pPr algn="l">
              <a:defRPr sz="1575" b="0">
                <a:solidFill>
                  <a:srgbClr val="607581"/>
                </a:solidFill>
                <a:latin typeface="Helvetica Neue"/>
                <a:ea typeface="Helvetica Neue"/>
                <a:cs typeface="Helvetica Neue"/>
              </a:defRPr>
            </a:lvl3pPr>
            <a:lvl4pPr algn="l">
              <a:defRPr sz="1575" b="0">
                <a:solidFill>
                  <a:srgbClr val="607581"/>
                </a:solidFill>
                <a:latin typeface="Helvetica Neue"/>
                <a:ea typeface="Helvetica Neue"/>
                <a:cs typeface="Helvetica Neue"/>
              </a:defRPr>
            </a:lvl4pPr>
            <a:lvl5pPr algn="l">
              <a:defRPr sz="1575" b="0">
                <a:solidFill>
                  <a:srgbClr val="607581"/>
                </a:solidFill>
                <a:latin typeface="Helvetica Neue"/>
                <a:ea typeface="Helvetica Neue"/>
                <a:cs typeface="Helvetica Neue"/>
              </a:defRPr>
            </a:lvl5pPr>
            <a:lvl6pPr algn="l">
              <a:defRPr sz="1575" b="0">
                <a:solidFill>
                  <a:srgbClr val="607581"/>
                </a:solidFill>
                <a:latin typeface="Helvetica Neue"/>
                <a:ea typeface="Helvetica Neue"/>
                <a:cs typeface="Helvetica Neue"/>
              </a:defRPr>
            </a:lvl6pPr>
            <a:lvl7pPr algn="l">
              <a:defRPr sz="1575" b="0">
                <a:solidFill>
                  <a:srgbClr val="607581"/>
                </a:solidFill>
                <a:latin typeface="Helvetica Neue"/>
                <a:ea typeface="Helvetica Neue"/>
                <a:cs typeface="Helvetica Neue"/>
              </a:defRPr>
            </a:lvl7pPr>
            <a:lvl8pPr algn="l">
              <a:defRPr sz="1575" b="0">
                <a:solidFill>
                  <a:srgbClr val="607581"/>
                </a:solidFill>
                <a:latin typeface="Helvetica Neue"/>
                <a:ea typeface="Helvetica Neue"/>
                <a:cs typeface="Helvetica Neue"/>
              </a:defRPr>
            </a:lvl8pPr>
            <a:lvl9pPr algn="l">
              <a:defRPr sz="1575" b="0">
                <a:solidFill>
                  <a:srgbClr val="607581"/>
                </a:solidFill>
                <a:latin typeface="Helvetica Neue"/>
                <a:ea typeface="Helvetica Neue"/>
                <a:cs typeface="Helvetica Neue"/>
              </a:defRPr>
            </a:lvl9pPr>
          </a:lstStyle>
          <a:p xmlns:a="http://schemas.openxmlformats.org/drawingml/2006/main">
            <a:pPr algn="l">
              <a:defRPr sz="1575" b="0">
                <a:solidFill>
                  <a:srgbClr val="607581"/>
                </a:solidFill>
                <a:latin typeface="Helvetica Neue"/>
                <a:ea typeface="Helvetica Neue"/>
                <a:cs typeface="Helvetica Neue"/>
              </a:defRPr>
            </a:pPr>
            <a:r>
              <a:rPr sz="1575" b="0">
                <a:solidFill>
                  <a:srgbClr val="607581"/>
                </a:solidFill>
                <a:latin typeface="Helvetica Neue"/>
                <a:ea typeface="Helvetica Neue"/>
                <a:cs typeface="Helvetica Neue"/>
              </a:rPr>
              <a:t>Свежие ответы имеют больший вес</a:t>
            </a:r>
          </a:p>
        </p:txBody>
      </p:sp>
      <p:cxnSp>
        <p:nvCxnSpPr>
          <p:cNvPr id="19" name="">
            <a:extLst xmlns:a="http://schemas.openxmlformats.org/drawingml/2006/main">
              <a:ext uri="{FF2B5EF4-FFF2-40B4-BE49-F238E27FC236}">
                <a16:creationId xmlns:a16="http://schemas.microsoft.com/office/drawing/2014/main" id="{FEC5C711-8529-4DF5-80E3-EA01EC58C4AA}"/>
              </a:ext>
            </a:extLst>
          </p:cNvPr>
          <p:cNvCxnSpPr/>
          <p:nvPr/>
        </p:nvCxnSpPr>
        <p:spPr>
          <a:xfrm xmlns:a="http://schemas.openxmlformats.org/drawingml/2006/main">
            <a:off x="5238750" y="5105400"/>
            <a:ext cx="4762500" cy="0"/>
          </a:xfrm>
          <a:prstGeom xmlns:a="http://schemas.openxmlformats.org/drawingml/2006/main" prst="straightConnector1">
            <a:avLst/>
          </a:prstGeom>
          <a:ln xmlns:a="http://schemas.openxmlformats.org/drawingml/2006/main" w="9525">
            <a:solidFill>
              <a:srgbClr val="BED6CD"/>
            </a:solidFill>
          </a:ln>
        </p:spPr>
      </p:cxnSp>
      <p:sp>
        <p:nvSpPr>
          <p:cNvPr id="20" name="">
            <a:extLst xmlns:a="http://schemas.openxmlformats.org/drawingml/2006/main">
              <a:ext uri="{FF2B5EF4-FFF2-40B4-BE49-F238E27FC236}">
                <a16:creationId xmlns:a16="http://schemas.microsoft.com/office/drawing/2014/main" id="{57A11982-1A8D-4F5B-979E-8488C85BCC70}"/>
              </a:ext>
            </a:extLst>
          </p:cNvPr>
          <p:cNvSpPr>
            <a:spLocks xmlns:a="http://schemas.openxmlformats.org/drawingml/2006/main" noGrp="1"/>
          </p:cNvSpPr>
          <p:nvPr/>
        </p:nvSpPr>
        <p:spPr>
          <a:xfrm xmlns:a="http://schemas.openxmlformats.org/drawingml/2006/main">
            <a:off x="5238750" y="5181600"/>
            <a:ext cx="47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875" b="1">
                <a:solidFill>
                  <a:srgbClr val="247C63"/>
                </a:solidFill>
                <a:latin typeface="Helvetica Neue"/>
                <a:ea typeface="Helvetica Neue"/>
                <a:cs typeface="Helvetica Neue"/>
              </a:defRPr>
            </a:defPPr>
            <a:lvl1pPr algn="l">
              <a:defRPr sz="1875" b="1">
                <a:solidFill>
                  <a:srgbClr val="247C63"/>
                </a:solidFill>
                <a:latin typeface="Helvetica Neue"/>
                <a:ea typeface="Helvetica Neue"/>
                <a:cs typeface="Helvetica Neue"/>
              </a:defRPr>
            </a:lvl1pPr>
            <a:lvl2pPr algn="l">
              <a:defRPr sz="1875" b="1">
                <a:solidFill>
                  <a:srgbClr val="247C63"/>
                </a:solidFill>
                <a:latin typeface="Helvetica Neue"/>
                <a:ea typeface="Helvetica Neue"/>
                <a:cs typeface="Helvetica Neue"/>
              </a:defRPr>
            </a:lvl2pPr>
            <a:lvl3pPr algn="l">
              <a:defRPr sz="1875" b="1">
                <a:solidFill>
                  <a:srgbClr val="247C63"/>
                </a:solidFill>
                <a:latin typeface="Helvetica Neue"/>
                <a:ea typeface="Helvetica Neue"/>
                <a:cs typeface="Helvetica Neue"/>
              </a:defRPr>
            </a:lvl3pPr>
            <a:lvl4pPr algn="l">
              <a:defRPr sz="1875" b="1">
                <a:solidFill>
                  <a:srgbClr val="247C63"/>
                </a:solidFill>
                <a:latin typeface="Helvetica Neue"/>
                <a:ea typeface="Helvetica Neue"/>
                <a:cs typeface="Helvetica Neue"/>
              </a:defRPr>
            </a:lvl4pPr>
            <a:lvl5pPr algn="l">
              <a:defRPr sz="1875" b="1">
                <a:solidFill>
                  <a:srgbClr val="247C63"/>
                </a:solidFill>
                <a:latin typeface="Helvetica Neue"/>
                <a:ea typeface="Helvetica Neue"/>
                <a:cs typeface="Helvetica Neue"/>
              </a:defRPr>
            </a:lvl5pPr>
            <a:lvl6pPr algn="l">
              <a:defRPr sz="1875" b="1">
                <a:solidFill>
                  <a:srgbClr val="247C63"/>
                </a:solidFill>
                <a:latin typeface="Helvetica Neue"/>
                <a:ea typeface="Helvetica Neue"/>
                <a:cs typeface="Helvetica Neue"/>
              </a:defRPr>
            </a:lvl6pPr>
            <a:lvl7pPr algn="l">
              <a:defRPr sz="1875" b="1">
                <a:solidFill>
                  <a:srgbClr val="247C63"/>
                </a:solidFill>
                <a:latin typeface="Helvetica Neue"/>
                <a:ea typeface="Helvetica Neue"/>
                <a:cs typeface="Helvetica Neue"/>
              </a:defRPr>
            </a:lvl7pPr>
            <a:lvl8pPr algn="l">
              <a:defRPr sz="1875" b="1">
                <a:solidFill>
                  <a:srgbClr val="247C63"/>
                </a:solidFill>
                <a:latin typeface="Helvetica Neue"/>
                <a:ea typeface="Helvetica Neue"/>
                <a:cs typeface="Helvetica Neue"/>
              </a:defRPr>
            </a:lvl8pPr>
            <a:lvl9pPr algn="l">
              <a:defRPr sz="1875" b="1">
                <a:solidFill>
                  <a:srgbClr val="247C63"/>
                </a:solidFill>
                <a:latin typeface="Helvetica Neue"/>
                <a:ea typeface="Helvetica Neue"/>
                <a:cs typeface="Helvetica Neue"/>
              </a:defRPr>
            </a:lvl9pPr>
          </a:lstStyle>
          <a:p xmlns:a="http://schemas.openxmlformats.org/drawingml/2006/main">
            <a:pPr algn="l">
              <a:defRPr sz="1875" b="1">
                <a:solidFill>
                  <a:srgbClr val="247C63"/>
                </a:solidFill>
                <a:latin typeface="Helvetica Neue"/>
                <a:ea typeface="Helvetica Neue"/>
                <a:cs typeface="Helvetica Neue"/>
              </a:defRPr>
            </a:pPr>
            <a:r>
              <a:rPr sz="1875" b="1">
                <a:solidFill>
                  <a:srgbClr val="247C63"/>
                </a:solidFill>
                <a:latin typeface="Helvetica Neue"/>
                <a:ea typeface="Helvetica Neue"/>
                <a:cs typeface="Helvetica Neue"/>
              </a:rPr>
              <a:t>03</a:t>
            </a:r>
          </a:p>
        </p:txBody>
      </p:sp>
      <p:sp>
        <p:nvSpPr>
          <p:cNvPr id="21" name="">
            <a:extLst xmlns:a="http://schemas.openxmlformats.org/drawingml/2006/main">
              <a:ext uri="{FF2B5EF4-FFF2-40B4-BE49-F238E27FC236}">
                <a16:creationId xmlns:a16="http://schemas.microsoft.com/office/drawing/2014/main" id="{A29712B6-9524-4CFE-BBF1-D14D7A6C29AA}"/>
              </a:ext>
            </a:extLst>
          </p:cNvPr>
          <p:cNvSpPr>
            <a:spLocks xmlns:a="http://schemas.openxmlformats.org/drawingml/2006/main" noGrp="1"/>
          </p:cNvSpPr>
          <p:nvPr/>
        </p:nvSpPr>
        <p:spPr>
          <a:xfrm xmlns:a="http://schemas.openxmlformats.org/drawingml/2006/main">
            <a:off x="5810250" y="5162550"/>
            <a:ext cx="4143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025" b="1">
                <a:solidFill>
                  <a:srgbClr val="173347"/>
                </a:solidFill>
                <a:latin typeface="Helvetica Neue"/>
                <a:ea typeface="Helvetica Neue"/>
                <a:cs typeface="Helvetica Neue"/>
              </a:defRPr>
            </a:defPPr>
            <a:lvl1pPr algn="l">
              <a:defRPr sz="2025" b="1">
                <a:solidFill>
                  <a:srgbClr val="173347"/>
                </a:solidFill>
                <a:latin typeface="Helvetica Neue"/>
                <a:ea typeface="Helvetica Neue"/>
                <a:cs typeface="Helvetica Neue"/>
              </a:defRPr>
            </a:lvl1pPr>
            <a:lvl2pPr algn="l">
              <a:defRPr sz="2025" b="1">
                <a:solidFill>
                  <a:srgbClr val="173347"/>
                </a:solidFill>
                <a:latin typeface="Helvetica Neue"/>
                <a:ea typeface="Helvetica Neue"/>
                <a:cs typeface="Helvetica Neue"/>
              </a:defRPr>
            </a:lvl2pPr>
            <a:lvl3pPr algn="l">
              <a:defRPr sz="2025" b="1">
                <a:solidFill>
                  <a:srgbClr val="173347"/>
                </a:solidFill>
                <a:latin typeface="Helvetica Neue"/>
                <a:ea typeface="Helvetica Neue"/>
                <a:cs typeface="Helvetica Neue"/>
              </a:defRPr>
            </a:lvl3pPr>
            <a:lvl4pPr algn="l">
              <a:defRPr sz="2025" b="1">
                <a:solidFill>
                  <a:srgbClr val="173347"/>
                </a:solidFill>
                <a:latin typeface="Helvetica Neue"/>
                <a:ea typeface="Helvetica Neue"/>
                <a:cs typeface="Helvetica Neue"/>
              </a:defRPr>
            </a:lvl4pPr>
            <a:lvl5pPr algn="l">
              <a:defRPr sz="2025" b="1">
                <a:solidFill>
                  <a:srgbClr val="173347"/>
                </a:solidFill>
                <a:latin typeface="Helvetica Neue"/>
                <a:ea typeface="Helvetica Neue"/>
                <a:cs typeface="Helvetica Neue"/>
              </a:defRPr>
            </a:lvl5pPr>
            <a:lvl6pPr algn="l">
              <a:defRPr sz="2025" b="1">
                <a:solidFill>
                  <a:srgbClr val="173347"/>
                </a:solidFill>
                <a:latin typeface="Helvetica Neue"/>
                <a:ea typeface="Helvetica Neue"/>
                <a:cs typeface="Helvetica Neue"/>
              </a:defRPr>
            </a:lvl6pPr>
            <a:lvl7pPr algn="l">
              <a:defRPr sz="2025" b="1">
                <a:solidFill>
                  <a:srgbClr val="173347"/>
                </a:solidFill>
                <a:latin typeface="Helvetica Neue"/>
                <a:ea typeface="Helvetica Neue"/>
                <a:cs typeface="Helvetica Neue"/>
              </a:defRPr>
            </a:lvl7pPr>
            <a:lvl8pPr algn="l">
              <a:defRPr sz="2025" b="1">
                <a:solidFill>
                  <a:srgbClr val="173347"/>
                </a:solidFill>
                <a:latin typeface="Helvetica Neue"/>
                <a:ea typeface="Helvetica Neue"/>
                <a:cs typeface="Helvetica Neue"/>
              </a:defRPr>
            </a:lvl8pPr>
            <a:lvl9pPr algn="l">
              <a:defRPr sz="2025" b="1">
                <a:solidFill>
                  <a:srgbClr val="173347"/>
                </a:solidFill>
                <a:latin typeface="Helvetica Neue"/>
                <a:ea typeface="Helvetica Neue"/>
                <a:cs typeface="Helvetica Neue"/>
              </a:defRPr>
            </a:lvl9pPr>
          </a:lstStyle>
          <a:p xmlns:a="http://schemas.openxmlformats.org/drawingml/2006/main">
            <a:pPr algn="l">
              <a:defRPr sz="2025" b="1">
                <a:solidFill>
                  <a:srgbClr val="173347"/>
                </a:solidFill>
                <a:latin typeface="Helvetica Neue"/>
                <a:ea typeface="Helvetica Neue"/>
                <a:cs typeface="Helvetica Neue"/>
              </a:defRPr>
            </a:pPr>
            <a:r>
              <a:rPr sz="2025" b="1">
                <a:solidFill>
                  <a:srgbClr val="173347"/>
                </a:solidFill>
                <a:latin typeface="Helvetica Neue"/>
                <a:ea typeface="Helvetica Neue"/>
                <a:cs typeface="Helvetica Neue"/>
              </a:rPr>
              <a:t>Подбор</a:t>
            </a:r>
          </a:p>
        </p:txBody>
      </p:sp>
      <p:sp>
        <p:nvSpPr>
          <p:cNvPr id="22" name="">
            <a:extLst xmlns:a="http://schemas.openxmlformats.org/drawingml/2006/main">
              <a:ext uri="{FF2B5EF4-FFF2-40B4-BE49-F238E27FC236}">
                <a16:creationId xmlns:a16="http://schemas.microsoft.com/office/drawing/2014/main" id="{86BA77A6-AA86-4B63-AB43-503E1A77B0EF}"/>
              </a:ext>
            </a:extLst>
          </p:cNvPr>
          <p:cNvSpPr>
            <a:spLocks xmlns:a="http://schemas.openxmlformats.org/drawingml/2006/main" noGrp="1"/>
          </p:cNvSpPr>
          <p:nvPr/>
        </p:nvSpPr>
        <p:spPr>
          <a:xfrm xmlns:a="http://schemas.openxmlformats.org/drawingml/2006/main">
            <a:off x="5810250" y="5505450"/>
            <a:ext cx="4143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575" b="0">
                <a:solidFill>
                  <a:srgbClr val="607581"/>
                </a:solidFill>
                <a:latin typeface="Helvetica Neue"/>
                <a:ea typeface="Helvetica Neue"/>
                <a:cs typeface="Helvetica Neue"/>
              </a:defRPr>
            </a:defPPr>
            <a:lvl1pPr algn="l">
              <a:defRPr sz="1575" b="0">
                <a:solidFill>
                  <a:srgbClr val="607581"/>
                </a:solidFill>
                <a:latin typeface="Helvetica Neue"/>
                <a:ea typeface="Helvetica Neue"/>
                <a:cs typeface="Helvetica Neue"/>
              </a:defRPr>
            </a:lvl1pPr>
            <a:lvl2pPr algn="l">
              <a:defRPr sz="1575" b="0">
                <a:solidFill>
                  <a:srgbClr val="607581"/>
                </a:solidFill>
                <a:latin typeface="Helvetica Neue"/>
                <a:ea typeface="Helvetica Neue"/>
                <a:cs typeface="Helvetica Neue"/>
              </a:defRPr>
            </a:lvl2pPr>
            <a:lvl3pPr algn="l">
              <a:defRPr sz="1575" b="0">
                <a:solidFill>
                  <a:srgbClr val="607581"/>
                </a:solidFill>
                <a:latin typeface="Helvetica Neue"/>
                <a:ea typeface="Helvetica Neue"/>
                <a:cs typeface="Helvetica Neue"/>
              </a:defRPr>
            </a:lvl3pPr>
            <a:lvl4pPr algn="l">
              <a:defRPr sz="1575" b="0">
                <a:solidFill>
                  <a:srgbClr val="607581"/>
                </a:solidFill>
                <a:latin typeface="Helvetica Neue"/>
                <a:ea typeface="Helvetica Neue"/>
                <a:cs typeface="Helvetica Neue"/>
              </a:defRPr>
            </a:lvl4pPr>
            <a:lvl5pPr algn="l">
              <a:defRPr sz="1575" b="0">
                <a:solidFill>
                  <a:srgbClr val="607581"/>
                </a:solidFill>
                <a:latin typeface="Helvetica Neue"/>
                <a:ea typeface="Helvetica Neue"/>
                <a:cs typeface="Helvetica Neue"/>
              </a:defRPr>
            </a:lvl5pPr>
            <a:lvl6pPr algn="l">
              <a:defRPr sz="1575" b="0">
                <a:solidFill>
                  <a:srgbClr val="607581"/>
                </a:solidFill>
                <a:latin typeface="Helvetica Neue"/>
                <a:ea typeface="Helvetica Neue"/>
                <a:cs typeface="Helvetica Neue"/>
              </a:defRPr>
            </a:lvl6pPr>
            <a:lvl7pPr algn="l">
              <a:defRPr sz="1575" b="0">
                <a:solidFill>
                  <a:srgbClr val="607581"/>
                </a:solidFill>
                <a:latin typeface="Helvetica Neue"/>
                <a:ea typeface="Helvetica Neue"/>
                <a:cs typeface="Helvetica Neue"/>
              </a:defRPr>
            </a:lvl7pPr>
            <a:lvl8pPr algn="l">
              <a:defRPr sz="1575" b="0">
                <a:solidFill>
                  <a:srgbClr val="607581"/>
                </a:solidFill>
                <a:latin typeface="Helvetica Neue"/>
                <a:ea typeface="Helvetica Neue"/>
                <a:cs typeface="Helvetica Neue"/>
              </a:defRPr>
            </a:lvl8pPr>
            <a:lvl9pPr algn="l">
              <a:defRPr sz="1575" b="0">
                <a:solidFill>
                  <a:srgbClr val="607581"/>
                </a:solidFill>
                <a:latin typeface="Helvetica Neue"/>
                <a:ea typeface="Helvetica Neue"/>
                <a:cs typeface="Helvetica Neue"/>
              </a:defRPr>
            </a:lvl9pPr>
          </a:lstStyle>
          <a:p xmlns:a="http://schemas.openxmlformats.org/drawingml/2006/main">
            <a:pPr algn="l">
              <a:defRPr sz="1575" b="0">
                <a:solidFill>
                  <a:srgbClr val="607581"/>
                </a:solidFill>
                <a:latin typeface="Helvetica Neue"/>
                <a:ea typeface="Helvetica Neue"/>
                <a:cs typeface="Helvetica Neue"/>
              </a:defRPr>
            </a:pPr>
            <a:r>
              <a:rPr sz="1575" b="0">
                <a:solidFill>
                  <a:srgbClr val="607581"/>
                </a:solidFill>
                <a:latin typeface="Helvetica Neue"/>
                <a:ea typeface="Helvetica Neue"/>
                <a:cs typeface="Helvetica Neue"/>
              </a:rPr>
              <a:t>Уровень 1–3 и ротация заданий</a:t>
            </a:r>
          </a:p>
        </p:txBody>
      </p:sp>
      <p:cxnSp>
        <p:nvCxnSpPr>
          <p:cNvPr id="23" name="">
            <a:extLst xmlns:a="http://schemas.openxmlformats.org/drawingml/2006/main">
              <a:ext uri="{FF2B5EF4-FFF2-40B4-BE49-F238E27FC236}">
                <a16:creationId xmlns:a16="http://schemas.microsoft.com/office/drawing/2014/main" id="{2B4E5096-C83E-486D-9400-E95CE47337A8}"/>
              </a:ext>
            </a:extLst>
          </p:cNvPr>
          <p:cNvCxnSpPr/>
          <p:nvPr/>
        </p:nvCxnSpPr>
        <p:spPr>
          <a:xfrm xmlns:a="http://schemas.openxmlformats.org/drawingml/2006/main">
            <a:off x="10515600" y="4371975"/>
            <a:ext cx="581025" cy="0"/>
          </a:xfrm>
          <a:prstGeom xmlns:a="http://schemas.openxmlformats.org/drawingml/2006/main" prst="straightConnector1">
            <a:avLst/>
          </a:prstGeom>
          <a:ln xmlns:a="http://schemas.openxmlformats.org/drawingml/2006/main" w="23813">
            <a:solidFill>
              <a:srgbClr val="8CD2B6"/>
            </a:solidFill>
            <a:tailEnd type="arrow" w="med" len="med"/>
          </a:ln>
        </p:spPr>
      </p:cxnSp>
      <p:sp>
        <p:nvSpPr>
          <p:cNvPr id="24" name="">
            <a:extLst xmlns:a="http://schemas.openxmlformats.org/drawingml/2006/main">
              <a:ext uri="{FF2B5EF4-FFF2-40B4-BE49-F238E27FC236}">
                <a16:creationId xmlns:a16="http://schemas.microsoft.com/office/drawing/2014/main" id="{B5564753-7813-49F7-AEF8-9C2187370184}"/>
              </a:ext>
            </a:extLst>
          </p:cNvPr>
          <p:cNvSpPr>
            <a:spLocks xmlns:a="http://schemas.openxmlformats.org/drawingml/2006/main" noGrp="1"/>
          </p:cNvSpPr>
          <p:nvPr/>
        </p:nvSpPr>
        <p:spPr>
          <a:xfrm xmlns:a="http://schemas.openxmlformats.org/drawingml/2006/main">
            <a:off x="11334750" y="3086100"/>
            <a:ext cx="3295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350" b="1">
                <a:solidFill>
                  <a:srgbClr val="8CD2B6"/>
                </a:solidFill>
                <a:latin typeface="Helvetica Neue"/>
                <a:ea typeface="Helvetica Neue"/>
                <a:cs typeface="Helvetica Neue"/>
              </a:defRPr>
            </a:defPPr>
            <a:lvl1pPr algn="l">
              <a:defRPr sz="1350" b="1">
                <a:solidFill>
                  <a:srgbClr val="8CD2B6"/>
                </a:solidFill>
                <a:latin typeface="Helvetica Neue"/>
                <a:ea typeface="Helvetica Neue"/>
                <a:cs typeface="Helvetica Neue"/>
              </a:defRPr>
            </a:lvl1pPr>
            <a:lvl2pPr algn="l">
              <a:defRPr sz="1350" b="1">
                <a:solidFill>
                  <a:srgbClr val="8CD2B6"/>
                </a:solidFill>
                <a:latin typeface="Helvetica Neue"/>
                <a:ea typeface="Helvetica Neue"/>
                <a:cs typeface="Helvetica Neue"/>
              </a:defRPr>
            </a:lvl2pPr>
            <a:lvl3pPr algn="l">
              <a:defRPr sz="1350" b="1">
                <a:solidFill>
                  <a:srgbClr val="8CD2B6"/>
                </a:solidFill>
                <a:latin typeface="Helvetica Neue"/>
                <a:ea typeface="Helvetica Neue"/>
                <a:cs typeface="Helvetica Neue"/>
              </a:defRPr>
            </a:lvl3pPr>
            <a:lvl4pPr algn="l">
              <a:defRPr sz="1350" b="1">
                <a:solidFill>
                  <a:srgbClr val="8CD2B6"/>
                </a:solidFill>
                <a:latin typeface="Helvetica Neue"/>
                <a:ea typeface="Helvetica Neue"/>
                <a:cs typeface="Helvetica Neue"/>
              </a:defRPr>
            </a:lvl4pPr>
            <a:lvl5pPr algn="l">
              <a:defRPr sz="1350" b="1">
                <a:solidFill>
                  <a:srgbClr val="8CD2B6"/>
                </a:solidFill>
                <a:latin typeface="Helvetica Neue"/>
                <a:ea typeface="Helvetica Neue"/>
                <a:cs typeface="Helvetica Neue"/>
              </a:defRPr>
            </a:lvl5pPr>
            <a:lvl6pPr algn="l">
              <a:defRPr sz="1350" b="1">
                <a:solidFill>
                  <a:srgbClr val="8CD2B6"/>
                </a:solidFill>
                <a:latin typeface="Helvetica Neue"/>
                <a:ea typeface="Helvetica Neue"/>
                <a:cs typeface="Helvetica Neue"/>
              </a:defRPr>
            </a:lvl6pPr>
            <a:lvl7pPr algn="l">
              <a:defRPr sz="1350" b="1">
                <a:solidFill>
                  <a:srgbClr val="8CD2B6"/>
                </a:solidFill>
                <a:latin typeface="Helvetica Neue"/>
                <a:ea typeface="Helvetica Neue"/>
                <a:cs typeface="Helvetica Neue"/>
              </a:defRPr>
            </a:lvl7pPr>
            <a:lvl8pPr algn="l">
              <a:defRPr sz="1350" b="1">
                <a:solidFill>
                  <a:srgbClr val="8CD2B6"/>
                </a:solidFill>
                <a:latin typeface="Helvetica Neue"/>
                <a:ea typeface="Helvetica Neue"/>
                <a:cs typeface="Helvetica Neue"/>
              </a:defRPr>
            </a:lvl8pPr>
            <a:lvl9pPr algn="l">
              <a:defRPr sz="1350" b="1">
                <a:solidFill>
                  <a:srgbClr val="8CD2B6"/>
                </a:solidFill>
                <a:latin typeface="Helvetica Neue"/>
                <a:ea typeface="Helvetica Neue"/>
                <a:cs typeface="Helvetica Neue"/>
              </a:defRPr>
            </a:lvl9pPr>
          </a:lstStyle>
          <a:p xmlns:a="http://schemas.openxmlformats.org/drawingml/2006/main">
            <a:pPr algn="l">
              <a:defRPr sz="1350" b="1">
                <a:solidFill>
                  <a:srgbClr val="8CD2B6"/>
                </a:solidFill>
                <a:latin typeface="Helvetica Neue"/>
                <a:ea typeface="Helvetica Neue"/>
                <a:cs typeface="Helvetica Neue"/>
              </a:defRPr>
            </a:pPr>
            <a:r>
              <a:rPr sz="1350" b="1">
                <a:solidFill>
                  <a:srgbClr val="8CD2B6"/>
                </a:solidFill>
                <a:latin typeface="Helvetica Neue"/>
                <a:ea typeface="Helvetica Neue"/>
                <a:cs typeface="Helvetica Neue"/>
              </a:rPr>
              <a:t>РЕЗУЛЬТАТ</a:t>
            </a:r>
          </a:p>
        </p:txBody>
      </p:sp>
      <p:sp>
        <p:nvSpPr>
          <p:cNvPr id="25" name="">
            <a:extLst xmlns:a="http://schemas.openxmlformats.org/drawingml/2006/main">
              <a:ext uri="{FF2B5EF4-FFF2-40B4-BE49-F238E27FC236}">
                <a16:creationId xmlns:a16="http://schemas.microsoft.com/office/drawing/2014/main" id="{16989DB5-0005-452E-8F06-24C91DBBE6B5}"/>
              </a:ext>
            </a:extLst>
          </p:cNvPr>
          <p:cNvSpPr>
            <a:spLocks xmlns:a="http://schemas.openxmlformats.org/drawingml/2006/main" noGrp="1"/>
          </p:cNvSpPr>
          <p:nvPr/>
        </p:nvSpPr>
        <p:spPr>
          <a:xfrm xmlns:a="http://schemas.openxmlformats.org/drawingml/2006/main">
            <a:off x="11334750" y="3600450"/>
            <a:ext cx="32956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550" b="1">
                <a:solidFill>
                  <a:srgbClr val="FFFFFF"/>
                </a:solidFill>
                <a:latin typeface="Helvetica Neue"/>
                <a:ea typeface="Helvetica Neue"/>
                <a:cs typeface="Helvetica Neue"/>
              </a:defRPr>
            </a:defPPr>
            <a:lvl1pPr algn="l">
              <a:defRPr sz="2550" b="1">
                <a:solidFill>
                  <a:srgbClr val="FFFFFF"/>
                </a:solidFill>
                <a:latin typeface="Helvetica Neue"/>
                <a:ea typeface="Helvetica Neue"/>
                <a:cs typeface="Helvetica Neue"/>
              </a:defRPr>
            </a:lvl1pPr>
            <a:lvl2pPr algn="l">
              <a:defRPr sz="2550" b="1">
                <a:solidFill>
                  <a:srgbClr val="FFFFFF"/>
                </a:solidFill>
                <a:latin typeface="Helvetica Neue"/>
                <a:ea typeface="Helvetica Neue"/>
                <a:cs typeface="Helvetica Neue"/>
              </a:defRPr>
            </a:lvl2pPr>
            <a:lvl3pPr algn="l">
              <a:defRPr sz="2550" b="1">
                <a:solidFill>
                  <a:srgbClr val="FFFFFF"/>
                </a:solidFill>
                <a:latin typeface="Helvetica Neue"/>
                <a:ea typeface="Helvetica Neue"/>
                <a:cs typeface="Helvetica Neue"/>
              </a:defRPr>
            </a:lvl3pPr>
            <a:lvl4pPr algn="l">
              <a:defRPr sz="2550" b="1">
                <a:solidFill>
                  <a:srgbClr val="FFFFFF"/>
                </a:solidFill>
                <a:latin typeface="Helvetica Neue"/>
                <a:ea typeface="Helvetica Neue"/>
                <a:cs typeface="Helvetica Neue"/>
              </a:defRPr>
            </a:lvl4pPr>
            <a:lvl5pPr algn="l">
              <a:defRPr sz="2550" b="1">
                <a:solidFill>
                  <a:srgbClr val="FFFFFF"/>
                </a:solidFill>
                <a:latin typeface="Helvetica Neue"/>
                <a:ea typeface="Helvetica Neue"/>
                <a:cs typeface="Helvetica Neue"/>
              </a:defRPr>
            </a:lvl5pPr>
            <a:lvl6pPr algn="l">
              <a:defRPr sz="2550" b="1">
                <a:solidFill>
                  <a:srgbClr val="FFFFFF"/>
                </a:solidFill>
                <a:latin typeface="Helvetica Neue"/>
                <a:ea typeface="Helvetica Neue"/>
                <a:cs typeface="Helvetica Neue"/>
              </a:defRPr>
            </a:lvl6pPr>
            <a:lvl7pPr algn="l">
              <a:defRPr sz="2550" b="1">
                <a:solidFill>
                  <a:srgbClr val="FFFFFF"/>
                </a:solidFill>
                <a:latin typeface="Helvetica Neue"/>
                <a:ea typeface="Helvetica Neue"/>
                <a:cs typeface="Helvetica Neue"/>
              </a:defRPr>
            </a:lvl7pPr>
            <a:lvl8pPr algn="l">
              <a:defRPr sz="2550" b="1">
                <a:solidFill>
                  <a:srgbClr val="FFFFFF"/>
                </a:solidFill>
                <a:latin typeface="Helvetica Neue"/>
                <a:ea typeface="Helvetica Neue"/>
                <a:cs typeface="Helvetica Neue"/>
              </a:defRPr>
            </a:lvl8pPr>
            <a:lvl9pPr algn="l">
              <a:defRPr sz="2550" b="1">
                <a:solidFill>
                  <a:srgbClr val="FFFFFF"/>
                </a:solidFill>
                <a:latin typeface="Helvetica Neue"/>
                <a:ea typeface="Helvetica Neue"/>
                <a:cs typeface="Helvetica Neue"/>
              </a:defRPr>
            </a:lvl9pPr>
          </a:lstStyle>
          <a:p xmlns:a="http://schemas.openxmlformats.org/drawingml/2006/main">
            <a:pPr algn="l">
              <a:defRPr sz="2550" b="1">
                <a:solidFill>
                  <a:srgbClr val="FFFFFF"/>
                </a:solidFill>
                <a:latin typeface="Helvetica Neue"/>
                <a:ea typeface="Helvetica Neue"/>
                <a:cs typeface="Helvetica Neue"/>
              </a:defRPr>
            </a:pPr>
            <a:r>
              <a:rPr sz="2550" b="1">
                <a:solidFill>
                  <a:srgbClr val="FFFFFF"/>
                </a:solidFill>
                <a:latin typeface="Helvetica Neue"/>
                <a:ea typeface="Helvetica Neue"/>
                <a:cs typeface="Helvetica Neue"/>
              </a:rPr>
              <a:t>План, который</a:t>
            </a:r>
          </a:p>
          <a:p xmlns:a="http://schemas.openxmlformats.org/drawingml/2006/main">
            <a:pPr algn="l">
              <a:defRPr sz="2550" b="1">
                <a:solidFill>
                  <a:srgbClr val="FFFFFF"/>
                </a:solidFill>
                <a:latin typeface="Helvetica Neue"/>
                <a:ea typeface="Helvetica Neue"/>
                <a:cs typeface="Helvetica Neue"/>
              </a:defRPr>
            </a:pPr>
            <a:r>
              <a:rPr sz="2550" b="1">
                <a:solidFill>
                  <a:srgbClr val="FFFFFF"/>
                </a:solidFill>
                <a:latin typeface="Helvetica Neue"/>
                <a:ea typeface="Helvetica Neue"/>
                <a:cs typeface="Helvetica Neue"/>
              </a:rPr>
              <a:t>можно объяснить</a:t>
            </a:r>
          </a:p>
        </p:txBody>
      </p:sp>
      <p:sp>
        <p:nvSpPr>
          <p:cNvPr id="26" name="">
            <a:extLst xmlns:a="http://schemas.openxmlformats.org/drawingml/2006/main">
              <a:ext uri="{FF2B5EF4-FFF2-40B4-BE49-F238E27FC236}">
                <a16:creationId xmlns:a16="http://schemas.microsoft.com/office/drawing/2014/main" id="{0E05972F-B96E-4454-B4B9-F785132F0D35}"/>
              </a:ext>
            </a:extLst>
          </p:cNvPr>
          <p:cNvSpPr>
            <a:spLocks xmlns:a="http://schemas.openxmlformats.org/drawingml/2006/main" noGrp="1"/>
          </p:cNvSpPr>
          <p:nvPr/>
        </p:nvSpPr>
        <p:spPr>
          <a:xfrm xmlns:a="http://schemas.openxmlformats.org/drawingml/2006/main">
            <a:off x="11334750" y="4695825"/>
            <a:ext cx="32956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725" b="0">
                <a:solidFill>
                  <a:srgbClr val="BED0DA"/>
                </a:solidFill>
                <a:latin typeface="Helvetica Neue"/>
                <a:ea typeface="Helvetica Neue"/>
                <a:cs typeface="Helvetica Neue"/>
              </a:defRPr>
            </a:defPPr>
            <a:lvl1pPr algn="l">
              <a:defRPr sz="1725" b="0">
                <a:solidFill>
                  <a:srgbClr val="BED0DA"/>
                </a:solidFill>
                <a:latin typeface="Helvetica Neue"/>
                <a:ea typeface="Helvetica Neue"/>
                <a:cs typeface="Helvetica Neue"/>
              </a:defRPr>
            </a:lvl1pPr>
            <a:lvl2pPr algn="l">
              <a:defRPr sz="1725" b="0">
                <a:solidFill>
                  <a:srgbClr val="BED0DA"/>
                </a:solidFill>
                <a:latin typeface="Helvetica Neue"/>
                <a:ea typeface="Helvetica Neue"/>
                <a:cs typeface="Helvetica Neue"/>
              </a:defRPr>
            </a:lvl2pPr>
            <a:lvl3pPr algn="l">
              <a:defRPr sz="1725" b="0">
                <a:solidFill>
                  <a:srgbClr val="BED0DA"/>
                </a:solidFill>
                <a:latin typeface="Helvetica Neue"/>
                <a:ea typeface="Helvetica Neue"/>
                <a:cs typeface="Helvetica Neue"/>
              </a:defRPr>
            </a:lvl3pPr>
            <a:lvl4pPr algn="l">
              <a:defRPr sz="1725" b="0">
                <a:solidFill>
                  <a:srgbClr val="BED0DA"/>
                </a:solidFill>
                <a:latin typeface="Helvetica Neue"/>
                <a:ea typeface="Helvetica Neue"/>
                <a:cs typeface="Helvetica Neue"/>
              </a:defRPr>
            </a:lvl4pPr>
            <a:lvl5pPr algn="l">
              <a:defRPr sz="1725" b="0">
                <a:solidFill>
                  <a:srgbClr val="BED0DA"/>
                </a:solidFill>
                <a:latin typeface="Helvetica Neue"/>
                <a:ea typeface="Helvetica Neue"/>
                <a:cs typeface="Helvetica Neue"/>
              </a:defRPr>
            </a:lvl5pPr>
            <a:lvl6pPr algn="l">
              <a:defRPr sz="1725" b="0">
                <a:solidFill>
                  <a:srgbClr val="BED0DA"/>
                </a:solidFill>
                <a:latin typeface="Helvetica Neue"/>
                <a:ea typeface="Helvetica Neue"/>
                <a:cs typeface="Helvetica Neue"/>
              </a:defRPr>
            </a:lvl6pPr>
            <a:lvl7pPr algn="l">
              <a:defRPr sz="1725" b="0">
                <a:solidFill>
                  <a:srgbClr val="BED0DA"/>
                </a:solidFill>
                <a:latin typeface="Helvetica Neue"/>
                <a:ea typeface="Helvetica Neue"/>
                <a:cs typeface="Helvetica Neue"/>
              </a:defRPr>
            </a:lvl7pPr>
            <a:lvl8pPr algn="l">
              <a:defRPr sz="1725" b="0">
                <a:solidFill>
                  <a:srgbClr val="BED0DA"/>
                </a:solidFill>
                <a:latin typeface="Helvetica Neue"/>
                <a:ea typeface="Helvetica Neue"/>
                <a:cs typeface="Helvetica Neue"/>
              </a:defRPr>
            </a:lvl8pPr>
            <a:lvl9pPr algn="l">
              <a:defRPr sz="1725" b="0">
                <a:solidFill>
                  <a:srgbClr val="BED0DA"/>
                </a:solidFill>
                <a:latin typeface="Helvetica Neue"/>
                <a:ea typeface="Helvetica Neue"/>
                <a:cs typeface="Helvetica Neue"/>
              </a:defRPr>
            </a:lvl9pPr>
          </a:lstStyle>
          <a:p xmlns:a="http://schemas.openxmlformats.org/drawingml/2006/main">
            <a:pPr algn="l">
              <a:defRPr sz="1725" b="0">
                <a:solidFill>
                  <a:srgbClr val="BED0DA"/>
                </a:solidFill>
                <a:latin typeface="Helvetica Neue"/>
                <a:ea typeface="Helvetica Neue"/>
                <a:cs typeface="Helvetica Neue"/>
              </a:defRPr>
            </a:pPr>
            <a:r>
              <a:rPr sz="1725" b="0">
                <a:solidFill>
                  <a:srgbClr val="BED0DA"/>
                </a:solidFill>
                <a:latin typeface="Helvetica Neue"/>
                <a:ea typeface="Helvetica Neue"/>
                <a:cs typeface="Helvetica Neue"/>
              </a:rPr>
              <a:t>Подходящие задания</a:t>
            </a:r>
          </a:p>
          <a:p xmlns:a="http://schemas.openxmlformats.org/drawingml/2006/main">
            <a:pPr algn="l">
              <a:defRPr sz="1725" b="0">
                <a:solidFill>
                  <a:srgbClr val="BED0DA"/>
                </a:solidFill>
                <a:latin typeface="Helvetica Neue"/>
                <a:ea typeface="Helvetica Neue"/>
                <a:cs typeface="Helvetica Neue"/>
              </a:defRPr>
            </a:pPr>
            <a:r>
              <a:rPr sz="1725" b="0">
                <a:solidFill>
                  <a:srgbClr val="BED0DA"/>
                </a:solidFill>
                <a:latin typeface="Helvetica Neue"/>
                <a:ea typeface="Helvetica Neue"/>
                <a:cs typeface="Helvetica Neue"/>
              </a:rPr>
              <a:t>Параметры сложности</a:t>
            </a:r>
          </a:p>
          <a:p xmlns:a="http://schemas.openxmlformats.org/drawingml/2006/main">
            <a:pPr algn="l">
              <a:defRPr sz="1725" b="0">
                <a:solidFill>
                  <a:srgbClr val="BED0DA"/>
                </a:solidFill>
                <a:latin typeface="Helvetica Neue"/>
                <a:ea typeface="Helvetica Neue"/>
                <a:cs typeface="Helvetica Neue"/>
              </a:defRPr>
            </a:pPr>
            <a:r>
              <a:rPr sz="1725" b="0">
                <a:solidFill>
                  <a:srgbClr val="BED0DA"/>
                </a:solidFill>
                <a:latin typeface="Helvetica Neue"/>
                <a:ea typeface="Helvetica Neue"/>
                <a:cs typeface="Helvetica Neue"/>
              </a:rPr>
              <a:t>Причины выбора для родителя</a:t>
            </a:r>
          </a:p>
        </p:txBody>
      </p:sp>
      <p:cxnSp>
        <p:nvCxnSpPr>
          <p:cNvPr id="27" name="">
            <a:extLst xmlns:a="http://schemas.openxmlformats.org/drawingml/2006/main">
              <a:ext uri="{FF2B5EF4-FFF2-40B4-BE49-F238E27FC236}">
                <a16:creationId xmlns:a16="http://schemas.microsoft.com/office/drawing/2014/main" id="{4E2ACCA1-117B-4FB5-A91F-C1E6269407B2}"/>
              </a:ext>
            </a:extLst>
          </p:cNvPr>
          <p:cNvCxnSpPr/>
          <p:nvPr/>
        </p:nvCxnSpPr>
        <p:spPr>
          <a:xfrm xmlns:a="http://schemas.openxmlformats.org/drawingml/2006/main">
            <a:off x="12982575" y="6124575"/>
            <a:ext cx="0" cy="428625"/>
          </a:xfrm>
          <a:prstGeom xmlns:a="http://schemas.openxmlformats.org/drawingml/2006/main" prst="straightConnector1">
            <a:avLst/>
          </a:prstGeom>
          <a:ln xmlns:a="http://schemas.openxmlformats.org/drawingml/2006/main" w="19050">
            <a:solidFill>
              <a:srgbClr val="8CD2B6"/>
            </a:solidFill>
          </a:ln>
        </p:spPr>
      </p:cxnSp>
      <p:cxnSp>
        <p:nvCxnSpPr>
          <p:cNvPr id="28" name="">
            <a:extLst xmlns:a="http://schemas.openxmlformats.org/drawingml/2006/main">
              <a:ext uri="{FF2B5EF4-FFF2-40B4-BE49-F238E27FC236}">
                <a16:creationId xmlns:a16="http://schemas.microsoft.com/office/drawing/2014/main" id="{75060D79-67B7-4FC3-8316-6EA80B51CDA3}"/>
              </a:ext>
            </a:extLst>
          </p:cNvPr>
          <p:cNvCxnSpPr/>
          <p:nvPr/>
        </p:nvCxnSpPr>
        <p:spPr>
          <a:xfrm xmlns:a="http://schemas.openxmlformats.org/drawingml/2006/main">
            <a:off x="2362200" y="6553200"/>
            <a:ext cx="10620375" cy="0"/>
          </a:xfrm>
          <a:prstGeom xmlns:a="http://schemas.openxmlformats.org/drawingml/2006/main" prst="straightConnector1">
            <a:avLst/>
          </a:prstGeom>
          <a:ln xmlns:a="http://schemas.openxmlformats.org/drawingml/2006/main" w="19050">
            <a:solidFill>
              <a:srgbClr val="8CD2B6"/>
            </a:solidFill>
            <a:headEnd type="arrow" w="med" len="med"/>
          </a:ln>
        </p:spPr>
      </p:cxnSp>
      <p:cxnSp>
        <p:nvCxnSpPr>
          <p:cNvPr id="29" name="">
            <a:extLst xmlns:a="http://schemas.openxmlformats.org/drawingml/2006/main">
              <a:ext uri="{FF2B5EF4-FFF2-40B4-BE49-F238E27FC236}">
                <a16:creationId xmlns:a16="http://schemas.microsoft.com/office/drawing/2014/main" id="{551424A1-DB36-4236-8731-E62AA76D27BC}"/>
              </a:ext>
            </a:extLst>
          </p:cNvPr>
          <p:cNvCxnSpPr/>
          <p:nvPr/>
        </p:nvCxnSpPr>
        <p:spPr>
          <a:xfrm xmlns:a="http://schemas.openxmlformats.org/drawingml/2006/main">
            <a:off x="2362200" y="6124575"/>
            <a:ext cx="0" cy="428625"/>
          </a:xfrm>
          <a:prstGeom xmlns:a="http://schemas.openxmlformats.org/drawingml/2006/main" prst="straightConnector1">
            <a:avLst/>
          </a:prstGeom>
          <a:ln xmlns:a="http://schemas.openxmlformats.org/drawingml/2006/main" w="19050">
            <a:solidFill>
              <a:srgbClr val="8CD2B6"/>
            </a:solidFill>
            <a:headEnd type="arrow" w="med" len="med"/>
          </a:ln>
        </p:spPr>
      </p:cxnSp>
      <p:sp>
        <p:nvSpPr>
          <p:cNvPr id="30" name="">
            <a:extLst xmlns:a="http://schemas.openxmlformats.org/drawingml/2006/main">
              <a:ext uri="{FF2B5EF4-FFF2-40B4-BE49-F238E27FC236}">
                <a16:creationId xmlns:a16="http://schemas.microsoft.com/office/drawing/2014/main" id="{47027C3A-DA7F-4168-B14E-A797B59B6AD6}"/>
              </a:ext>
            </a:extLst>
          </p:cNvPr>
          <p:cNvSpPr>
            <a:spLocks xmlns:a="http://schemas.openxmlformats.org/drawingml/2006/main" noGrp="1"/>
          </p:cNvSpPr>
          <p:nvPr/>
        </p:nvSpPr>
        <p:spPr>
          <a:xfrm xmlns:a="http://schemas.openxmlformats.org/drawingml/2006/main">
            <a:off x="3810000" y="6705600"/>
            <a:ext cx="895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1725" b="1">
                <a:solidFill>
                  <a:srgbClr val="8CD2B6"/>
                </a:solidFill>
                <a:latin typeface="Helvetica Neue"/>
                <a:ea typeface="Helvetica Neue"/>
                <a:cs typeface="Helvetica Neue"/>
              </a:defRPr>
            </a:defPPr>
            <a:lvl1pPr algn="ctr">
              <a:defRPr sz="1725" b="1">
                <a:solidFill>
                  <a:srgbClr val="8CD2B6"/>
                </a:solidFill>
                <a:latin typeface="Helvetica Neue"/>
                <a:ea typeface="Helvetica Neue"/>
                <a:cs typeface="Helvetica Neue"/>
              </a:defRPr>
            </a:lvl1pPr>
            <a:lvl2pPr algn="ctr">
              <a:defRPr sz="1725" b="1">
                <a:solidFill>
                  <a:srgbClr val="8CD2B6"/>
                </a:solidFill>
                <a:latin typeface="Helvetica Neue"/>
                <a:ea typeface="Helvetica Neue"/>
                <a:cs typeface="Helvetica Neue"/>
              </a:defRPr>
            </a:lvl2pPr>
            <a:lvl3pPr algn="ctr">
              <a:defRPr sz="1725" b="1">
                <a:solidFill>
                  <a:srgbClr val="8CD2B6"/>
                </a:solidFill>
                <a:latin typeface="Helvetica Neue"/>
                <a:ea typeface="Helvetica Neue"/>
                <a:cs typeface="Helvetica Neue"/>
              </a:defRPr>
            </a:lvl3pPr>
            <a:lvl4pPr algn="ctr">
              <a:defRPr sz="1725" b="1">
                <a:solidFill>
                  <a:srgbClr val="8CD2B6"/>
                </a:solidFill>
                <a:latin typeface="Helvetica Neue"/>
                <a:ea typeface="Helvetica Neue"/>
                <a:cs typeface="Helvetica Neue"/>
              </a:defRPr>
            </a:lvl4pPr>
            <a:lvl5pPr algn="ctr">
              <a:defRPr sz="1725" b="1">
                <a:solidFill>
                  <a:srgbClr val="8CD2B6"/>
                </a:solidFill>
                <a:latin typeface="Helvetica Neue"/>
                <a:ea typeface="Helvetica Neue"/>
                <a:cs typeface="Helvetica Neue"/>
              </a:defRPr>
            </a:lvl5pPr>
            <a:lvl6pPr algn="ctr">
              <a:defRPr sz="1725" b="1">
                <a:solidFill>
                  <a:srgbClr val="8CD2B6"/>
                </a:solidFill>
                <a:latin typeface="Helvetica Neue"/>
                <a:ea typeface="Helvetica Neue"/>
                <a:cs typeface="Helvetica Neue"/>
              </a:defRPr>
            </a:lvl6pPr>
            <a:lvl7pPr algn="ctr">
              <a:defRPr sz="1725" b="1">
                <a:solidFill>
                  <a:srgbClr val="8CD2B6"/>
                </a:solidFill>
                <a:latin typeface="Helvetica Neue"/>
                <a:ea typeface="Helvetica Neue"/>
                <a:cs typeface="Helvetica Neue"/>
              </a:defRPr>
            </a:lvl7pPr>
            <a:lvl8pPr algn="ctr">
              <a:defRPr sz="1725" b="1">
                <a:solidFill>
                  <a:srgbClr val="8CD2B6"/>
                </a:solidFill>
                <a:latin typeface="Helvetica Neue"/>
                <a:ea typeface="Helvetica Neue"/>
                <a:cs typeface="Helvetica Neue"/>
              </a:defRPr>
            </a:lvl8pPr>
            <a:lvl9pPr algn="ctr">
              <a:defRPr sz="1725" b="1">
                <a:solidFill>
                  <a:srgbClr val="8CD2B6"/>
                </a:solidFill>
                <a:latin typeface="Helvetica Neue"/>
                <a:ea typeface="Helvetica Neue"/>
                <a:cs typeface="Helvetica Neue"/>
              </a:defRPr>
            </a:lvl9pPr>
          </a:lstStyle>
          <a:p xmlns:a="http://schemas.openxmlformats.org/drawingml/2006/main">
            <a:pPr algn="ctr">
              <a:defRPr sz="1725" b="1">
                <a:solidFill>
                  <a:srgbClr val="8CD2B6"/>
                </a:solidFill>
                <a:latin typeface="Helvetica Neue"/>
                <a:ea typeface="Helvetica Neue"/>
                <a:cs typeface="Helvetica Neue"/>
              </a:defRPr>
            </a:pPr>
            <a:r>
              <a:rPr sz="1725" b="1">
                <a:solidFill>
                  <a:srgbClr val="8CD2B6"/>
                </a:solidFill>
                <a:latin typeface="Helvetica Neue"/>
                <a:ea typeface="Helvetica Neue"/>
                <a:cs typeface="Helvetica Neue"/>
              </a:rPr>
              <a:t>Новые ответы учитываются при подготовке следующего плана</a:t>
            </a:r>
          </a:p>
        </p:txBody>
      </p:sp>
      <p:sp>
        <p:nvSpPr>
          <p:cNvPr id="31" name="">
            <a:extLst xmlns:a="http://schemas.openxmlformats.org/drawingml/2006/main">
              <a:ext uri="{FF2B5EF4-FFF2-40B4-BE49-F238E27FC236}">
                <a16:creationId xmlns:a16="http://schemas.microsoft.com/office/drawing/2014/main" id="{58A918EC-1785-4611-9B75-D6E14673A651}"/>
              </a:ext>
            </a:extLst>
          </p:cNvPr>
          <p:cNvSpPr>
            <a:spLocks xmlns:a="http://schemas.openxmlformats.org/drawingml/2006/main" noGrp="1"/>
          </p:cNvSpPr>
          <p:nvPr/>
        </p:nvSpPr>
        <p:spPr>
          <a:xfrm xmlns:a="http://schemas.openxmlformats.org/drawingml/2006/main">
            <a:off x="609600" y="7477125"/>
            <a:ext cx="342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950" b="1">
                <a:solidFill>
                  <a:srgbClr val="FFFFFF"/>
                </a:solidFill>
                <a:latin typeface="Helvetica Neue"/>
                <a:ea typeface="Helvetica Neue"/>
                <a:cs typeface="Helvetica Neue"/>
              </a:defRPr>
            </a:defPPr>
            <a:lvl1pPr algn="l">
              <a:defRPr sz="1950" b="1">
                <a:solidFill>
                  <a:srgbClr val="FFFFFF"/>
                </a:solidFill>
                <a:latin typeface="Helvetica Neue"/>
                <a:ea typeface="Helvetica Neue"/>
                <a:cs typeface="Helvetica Neue"/>
              </a:defRPr>
            </a:lvl1pPr>
            <a:lvl2pPr algn="l">
              <a:defRPr sz="1950" b="1">
                <a:solidFill>
                  <a:srgbClr val="FFFFFF"/>
                </a:solidFill>
                <a:latin typeface="Helvetica Neue"/>
                <a:ea typeface="Helvetica Neue"/>
                <a:cs typeface="Helvetica Neue"/>
              </a:defRPr>
            </a:lvl2pPr>
            <a:lvl3pPr algn="l">
              <a:defRPr sz="1950" b="1">
                <a:solidFill>
                  <a:srgbClr val="FFFFFF"/>
                </a:solidFill>
                <a:latin typeface="Helvetica Neue"/>
                <a:ea typeface="Helvetica Neue"/>
                <a:cs typeface="Helvetica Neue"/>
              </a:defRPr>
            </a:lvl3pPr>
            <a:lvl4pPr algn="l">
              <a:defRPr sz="1950" b="1">
                <a:solidFill>
                  <a:srgbClr val="FFFFFF"/>
                </a:solidFill>
                <a:latin typeface="Helvetica Neue"/>
                <a:ea typeface="Helvetica Neue"/>
                <a:cs typeface="Helvetica Neue"/>
              </a:defRPr>
            </a:lvl4pPr>
            <a:lvl5pPr algn="l">
              <a:defRPr sz="1950" b="1">
                <a:solidFill>
                  <a:srgbClr val="FFFFFF"/>
                </a:solidFill>
                <a:latin typeface="Helvetica Neue"/>
                <a:ea typeface="Helvetica Neue"/>
                <a:cs typeface="Helvetica Neue"/>
              </a:defRPr>
            </a:lvl5pPr>
            <a:lvl6pPr algn="l">
              <a:defRPr sz="1950" b="1">
                <a:solidFill>
                  <a:srgbClr val="FFFFFF"/>
                </a:solidFill>
                <a:latin typeface="Helvetica Neue"/>
                <a:ea typeface="Helvetica Neue"/>
                <a:cs typeface="Helvetica Neue"/>
              </a:defRPr>
            </a:lvl6pPr>
            <a:lvl7pPr algn="l">
              <a:defRPr sz="1950" b="1">
                <a:solidFill>
                  <a:srgbClr val="FFFFFF"/>
                </a:solidFill>
                <a:latin typeface="Helvetica Neue"/>
                <a:ea typeface="Helvetica Neue"/>
                <a:cs typeface="Helvetica Neue"/>
              </a:defRPr>
            </a:lvl7pPr>
            <a:lvl8pPr algn="l">
              <a:defRPr sz="1950" b="1">
                <a:solidFill>
                  <a:srgbClr val="FFFFFF"/>
                </a:solidFill>
                <a:latin typeface="Helvetica Neue"/>
                <a:ea typeface="Helvetica Neue"/>
                <a:cs typeface="Helvetica Neue"/>
              </a:defRPr>
            </a:lvl8pPr>
            <a:lvl9pPr algn="l">
              <a:defRPr sz="1950" b="1">
                <a:solidFill>
                  <a:srgbClr val="FFFFFF"/>
                </a:solidFill>
                <a:latin typeface="Helvetica Neue"/>
                <a:ea typeface="Helvetica Neue"/>
                <a:cs typeface="Helvetica Neue"/>
              </a:defRPr>
            </a:lvl9pPr>
          </a:lstStyle>
          <a:p xmlns:a="http://schemas.openxmlformats.org/drawingml/2006/main">
            <a:pPr algn="l">
              <a:defRPr sz="1950" b="1">
                <a:solidFill>
                  <a:srgbClr val="FFFFFF"/>
                </a:solidFill>
                <a:latin typeface="Helvetica Neue"/>
                <a:ea typeface="Helvetica Neue"/>
                <a:cs typeface="Helvetica Neue"/>
              </a:defRPr>
            </a:pPr>
            <a:r>
              <a:rPr sz="1950" b="1">
                <a:solidFill>
                  <a:srgbClr val="FFFFFF"/>
                </a:solidFill>
                <a:latin typeface="Helvetica Neue"/>
                <a:ea typeface="Helvetica Neue"/>
                <a:cs typeface="Helvetica Neue"/>
              </a:rPr>
              <a:t>Помощник родителя</a:t>
            </a:r>
          </a:p>
        </p:txBody>
      </p:sp>
      <p:sp>
        <p:nvSpPr>
          <p:cNvPr id="32" name="">
            <a:extLst xmlns:a="http://schemas.openxmlformats.org/drawingml/2006/main">
              <a:ext uri="{FF2B5EF4-FFF2-40B4-BE49-F238E27FC236}">
                <a16:creationId xmlns:a16="http://schemas.microsoft.com/office/drawing/2014/main" id="{5A074EC0-516F-497D-BF8D-29C91588C338}"/>
              </a:ext>
            </a:extLst>
          </p:cNvPr>
          <p:cNvSpPr>
            <a:spLocks xmlns:a="http://schemas.openxmlformats.org/drawingml/2006/main" noGrp="1"/>
          </p:cNvSpPr>
          <p:nvPr/>
        </p:nvSpPr>
        <p:spPr>
          <a:xfrm xmlns:a="http://schemas.openxmlformats.org/drawingml/2006/main">
            <a:off x="4333875" y="7477125"/>
            <a:ext cx="1333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800" b="1">
                <a:solidFill>
                  <a:srgbClr val="FFFFFF"/>
                </a:solidFill>
                <a:latin typeface="Helvetica Neue"/>
                <a:ea typeface="Helvetica Neue"/>
                <a:cs typeface="Helvetica Neue"/>
              </a:defRPr>
            </a:defPPr>
            <a:lvl1pPr algn="l">
              <a:defRPr sz="1800" b="1">
                <a:solidFill>
                  <a:srgbClr val="FFFFFF"/>
                </a:solidFill>
                <a:latin typeface="Helvetica Neue"/>
                <a:ea typeface="Helvetica Neue"/>
                <a:cs typeface="Helvetica Neue"/>
              </a:defRPr>
            </a:lvl1pPr>
            <a:lvl2pPr algn="l">
              <a:defRPr sz="1800" b="1">
                <a:solidFill>
                  <a:srgbClr val="FFFFFF"/>
                </a:solidFill>
                <a:latin typeface="Helvetica Neue"/>
                <a:ea typeface="Helvetica Neue"/>
                <a:cs typeface="Helvetica Neue"/>
              </a:defRPr>
            </a:lvl2pPr>
            <a:lvl3pPr algn="l">
              <a:defRPr sz="1800" b="1">
                <a:solidFill>
                  <a:srgbClr val="FFFFFF"/>
                </a:solidFill>
                <a:latin typeface="Helvetica Neue"/>
                <a:ea typeface="Helvetica Neue"/>
                <a:cs typeface="Helvetica Neue"/>
              </a:defRPr>
            </a:lvl3pPr>
            <a:lvl4pPr algn="l">
              <a:defRPr sz="1800" b="1">
                <a:solidFill>
                  <a:srgbClr val="FFFFFF"/>
                </a:solidFill>
                <a:latin typeface="Helvetica Neue"/>
                <a:ea typeface="Helvetica Neue"/>
                <a:cs typeface="Helvetica Neue"/>
              </a:defRPr>
            </a:lvl4pPr>
            <a:lvl5pPr algn="l">
              <a:defRPr sz="1800" b="1">
                <a:solidFill>
                  <a:srgbClr val="FFFFFF"/>
                </a:solidFill>
                <a:latin typeface="Helvetica Neue"/>
                <a:ea typeface="Helvetica Neue"/>
                <a:cs typeface="Helvetica Neue"/>
              </a:defRPr>
            </a:lvl5pPr>
            <a:lvl6pPr algn="l">
              <a:defRPr sz="1800" b="1">
                <a:solidFill>
                  <a:srgbClr val="FFFFFF"/>
                </a:solidFill>
                <a:latin typeface="Helvetica Neue"/>
                <a:ea typeface="Helvetica Neue"/>
                <a:cs typeface="Helvetica Neue"/>
              </a:defRPr>
            </a:lvl6pPr>
            <a:lvl7pPr algn="l">
              <a:defRPr sz="1800" b="1">
                <a:solidFill>
                  <a:srgbClr val="FFFFFF"/>
                </a:solidFill>
                <a:latin typeface="Helvetica Neue"/>
                <a:ea typeface="Helvetica Neue"/>
                <a:cs typeface="Helvetica Neue"/>
              </a:defRPr>
            </a:lvl7pPr>
            <a:lvl8pPr algn="l">
              <a:defRPr sz="1800" b="1">
                <a:solidFill>
                  <a:srgbClr val="FFFFFF"/>
                </a:solidFill>
                <a:latin typeface="Helvetica Neue"/>
                <a:ea typeface="Helvetica Neue"/>
                <a:cs typeface="Helvetica Neue"/>
              </a:defRPr>
            </a:lvl8pPr>
            <a:lvl9pPr algn="l">
              <a:defRPr sz="1800" b="1">
                <a:solidFill>
                  <a:srgbClr val="FFFFFF"/>
                </a:solidFill>
                <a:latin typeface="Helvetica Neue"/>
                <a:ea typeface="Helvetica Neue"/>
                <a:cs typeface="Helvetica Neue"/>
              </a:defRPr>
            </a:lvl9pPr>
          </a:lstStyle>
          <a:p xmlns:a="http://schemas.openxmlformats.org/drawingml/2006/main">
            <a:pPr algn="l">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Вопрос</a:t>
            </a:r>
          </a:p>
        </p:txBody>
      </p:sp>
      <p:cxnSp>
        <p:nvCxnSpPr>
          <p:cNvPr id="33" name="">
            <a:extLst xmlns:a="http://schemas.openxmlformats.org/drawingml/2006/main">
              <a:ext uri="{FF2B5EF4-FFF2-40B4-BE49-F238E27FC236}">
                <a16:creationId xmlns:a16="http://schemas.microsoft.com/office/drawing/2014/main" id="{66409A74-3763-4D16-BB47-0E8078C421F5}"/>
              </a:ext>
            </a:extLst>
          </p:cNvPr>
          <p:cNvCxnSpPr/>
          <p:nvPr/>
        </p:nvCxnSpPr>
        <p:spPr>
          <a:xfrm xmlns:a="http://schemas.openxmlformats.org/drawingml/2006/main">
            <a:off x="5486400" y="7629525"/>
            <a:ext cx="381000" cy="0"/>
          </a:xfrm>
          <a:prstGeom xmlns:a="http://schemas.openxmlformats.org/drawingml/2006/main" prst="straightConnector1">
            <a:avLst/>
          </a:prstGeom>
          <a:ln xmlns:a="http://schemas.openxmlformats.org/drawingml/2006/main" w="19050">
            <a:solidFill>
              <a:srgbClr val="BED0DA"/>
            </a:solidFill>
            <a:tailEnd type="arrow" w="med" len="med"/>
          </a:ln>
        </p:spPr>
      </p:cxnSp>
      <p:sp>
        <p:nvSpPr>
          <p:cNvPr id="34" name="">
            <a:extLst xmlns:a="http://schemas.openxmlformats.org/drawingml/2006/main">
              <a:ext uri="{FF2B5EF4-FFF2-40B4-BE49-F238E27FC236}">
                <a16:creationId xmlns:a16="http://schemas.microsoft.com/office/drawing/2014/main" id="{38D4774D-D2BD-4BEC-9CA7-0E7AC72ADF33}"/>
              </a:ext>
            </a:extLst>
          </p:cNvPr>
          <p:cNvSpPr>
            <a:spLocks xmlns:a="http://schemas.openxmlformats.org/drawingml/2006/main" noGrp="1"/>
          </p:cNvSpPr>
          <p:nvPr/>
        </p:nvSpPr>
        <p:spPr>
          <a:xfrm xmlns:a="http://schemas.openxmlformats.org/drawingml/2006/main">
            <a:off x="6143625" y="7477125"/>
            <a:ext cx="228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800" b="0">
                <a:solidFill>
                  <a:srgbClr val="BED0DA"/>
                </a:solidFill>
                <a:latin typeface="Helvetica Neue"/>
                <a:ea typeface="Helvetica Neue"/>
                <a:cs typeface="Helvetica Neue"/>
              </a:defRPr>
            </a:defPPr>
            <a:lvl1pPr algn="l">
              <a:defRPr sz="1800" b="0">
                <a:solidFill>
                  <a:srgbClr val="BED0DA"/>
                </a:solidFill>
                <a:latin typeface="Helvetica Neue"/>
                <a:ea typeface="Helvetica Neue"/>
                <a:cs typeface="Helvetica Neue"/>
              </a:defRPr>
            </a:lvl1pPr>
            <a:lvl2pPr algn="l">
              <a:defRPr sz="1800" b="0">
                <a:solidFill>
                  <a:srgbClr val="BED0DA"/>
                </a:solidFill>
                <a:latin typeface="Helvetica Neue"/>
                <a:ea typeface="Helvetica Neue"/>
                <a:cs typeface="Helvetica Neue"/>
              </a:defRPr>
            </a:lvl2pPr>
            <a:lvl3pPr algn="l">
              <a:defRPr sz="1800" b="0">
                <a:solidFill>
                  <a:srgbClr val="BED0DA"/>
                </a:solidFill>
                <a:latin typeface="Helvetica Neue"/>
                <a:ea typeface="Helvetica Neue"/>
                <a:cs typeface="Helvetica Neue"/>
              </a:defRPr>
            </a:lvl3pPr>
            <a:lvl4pPr algn="l">
              <a:defRPr sz="1800" b="0">
                <a:solidFill>
                  <a:srgbClr val="BED0DA"/>
                </a:solidFill>
                <a:latin typeface="Helvetica Neue"/>
                <a:ea typeface="Helvetica Neue"/>
                <a:cs typeface="Helvetica Neue"/>
              </a:defRPr>
            </a:lvl4pPr>
            <a:lvl5pPr algn="l">
              <a:defRPr sz="1800" b="0">
                <a:solidFill>
                  <a:srgbClr val="BED0DA"/>
                </a:solidFill>
                <a:latin typeface="Helvetica Neue"/>
                <a:ea typeface="Helvetica Neue"/>
                <a:cs typeface="Helvetica Neue"/>
              </a:defRPr>
            </a:lvl5pPr>
            <a:lvl6pPr algn="l">
              <a:defRPr sz="1800" b="0">
                <a:solidFill>
                  <a:srgbClr val="BED0DA"/>
                </a:solidFill>
                <a:latin typeface="Helvetica Neue"/>
                <a:ea typeface="Helvetica Neue"/>
                <a:cs typeface="Helvetica Neue"/>
              </a:defRPr>
            </a:lvl6pPr>
            <a:lvl7pPr algn="l">
              <a:defRPr sz="1800" b="0">
                <a:solidFill>
                  <a:srgbClr val="BED0DA"/>
                </a:solidFill>
                <a:latin typeface="Helvetica Neue"/>
                <a:ea typeface="Helvetica Neue"/>
                <a:cs typeface="Helvetica Neue"/>
              </a:defRPr>
            </a:lvl7pPr>
            <a:lvl8pPr algn="l">
              <a:defRPr sz="1800" b="0">
                <a:solidFill>
                  <a:srgbClr val="BED0DA"/>
                </a:solidFill>
                <a:latin typeface="Helvetica Neue"/>
                <a:ea typeface="Helvetica Neue"/>
                <a:cs typeface="Helvetica Neue"/>
              </a:defRPr>
            </a:lvl8pPr>
            <a:lvl9pPr algn="l">
              <a:defRPr sz="1800" b="0">
                <a:solidFill>
                  <a:srgbClr val="BED0DA"/>
                </a:solidFill>
                <a:latin typeface="Helvetica Neue"/>
                <a:ea typeface="Helvetica Neue"/>
                <a:cs typeface="Helvetica Neue"/>
              </a:defRPr>
            </a:lvl9pPr>
          </a:lstStyle>
          <a:p xmlns:a="http://schemas.openxmlformats.org/drawingml/2006/main">
            <a:pPr algn="l">
              <a:defRPr sz="1800" b="0">
                <a:solidFill>
                  <a:srgbClr val="BED0DA"/>
                </a:solidFill>
                <a:latin typeface="Helvetica Neue"/>
                <a:ea typeface="Helvetica Neue"/>
                <a:cs typeface="Helvetica Neue"/>
              </a:defRPr>
            </a:pPr>
            <a:r>
              <a:rPr sz="1800" b="0">
                <a:solidFill>
                  <a:srgbClr val="BED0DA"/>
                </a:solidFill>
                <a:latin typeface="Helvetica Neue"/>
                <a:ea typeface="Helvetica Neue"/>
                <a:cs typeface="Helvetica Neue"/>
              </a:rPr>
              <a:t>Проверка темы</a:t>
            </a:r>
          </a:p>
        </p:txBody>
      </p:sp>
      <p:cxnSp>
        <p:nvCxnSpPr>
          <p:cNvPr id="35" name="">
            <a:extLst xmlns:a="http://schemas.openxmlformats.org/drawingml/2006/main">
              <a:ext uri="{FF2B5EF4-FFF2-40B4-BE49-F238E27FC236}">
                <a16:creationId xmlns:a16="http://schemas.microsoft.com/office/drawing/2014/main" id="{8D902F0C-BAE2-477D-9123-6CF9A53C44AE}"/>
              </a:ext>
            </a:extLst>
          </p:cNvPr>
          <p:cNvCxnSpPr/>
          <p:nvPr/>
        </p:nvCxnSpPr>
        <p:spPr>
          <a:xfrm xmlns:a="http://schemas.openxmlformats.org/drawingml/2006/main">
            <a:off x="8210550" y="7629525"/>
            <a:ext cx="381000" cy="0"/>
          </a:xfrm>
          <a:prstGeom xmlns:a="http://schemas.openxmlformats.org/drawingml/2006/main" prst="straightConnector1">
            <a:avLst/>
          </a:prstGeom>
          <a:ln xmlns:a="http://schemas.openxmlformats.org/drawingml/2006/main" w="19050">
            <a:solidFill>
              <a:srgbClr val="BED0DA"/>
            </a:solidFill>
            <a:tailEnd type="arrow" w="med" len="med"/>
          </a:ln>
        </p:spPr>
      </p:cxnSp>
      <p:sp>
        <p:nvSpPr>
          <p:cNvPr id="36" name="">
            <a:extLst xmlns:a="http://schemas.openxmlformats.org/drawingml/2006/main">
              <a:ext uri="{FF2B5EF4-FFF2-40B4-BE49-F238E27FC236}">
                <a16:creationId xmlns:a16="http://schemas.microsoft.com/office/drawing/2014/main" id="{B4A10E3D-6BE8-45CC-AECA-22F63D503903}"/>
              </a:ext>
            </a:extLst>
          </p:cNvPr>
          <p:cNvSpPr>
            <a:spLocks xmlns:a="http://schemas.openxmlformats.org/drawingml/2006/main" noGrp="1"/>
          </p:cNvSpPr>
          <p:nvPr/>
        </p:nvSpPr>
        <p:spPr>
          <a:xfrm xmlns:a="http://schemas.openxmlformats.org/drawingml/2006/main">
            <a:off x="8858250" y="7477125"/>
            <a:ext cx="323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800" b="0">
                <a:solidFill>
                  <a:srgbClr val="BED0DA"/>
                </a:solidFill>
                <a:latin typeface="Helvetica Neue"/>
                <a:ea typeface="Helvetica Neue"/>
                <a:cs typeface="Helvetica Neue"/>
              </a:defRPr>
            </a:defPPr>
            <a:lvl1pPr algn="l">
              <a:defRPr sz="1800" b="0">
                <a:solidFill>
                  <a:srgbClr val="BED0DA"/>
                </a:solidFill>
                <a:latin typeface="Helvetica Neue"/>
                <a:ea typeface="Helvetica Neue"/>
                <a:cs typeface="Helvetica Neue"/>
              </a:defRPr>
            </a:lvl1pPr>
            <a:lvl2pPr algn="l">
              <a:defRPr sz="1800" b="0">
                <a:solidFill>
                  <a:srgbClr val="BED0DA"/>
                </a:solidFill>
                <a:latin typeface="Helvetica Neue"/>
                <a:ea typeface="Helvetica Neue"/>
                <a:cs typeface="Helvetica Neue"/>
              </a:defRPr>
            </a:lvl2pPr>
            <a:lvl3pPr algn="l">
              <a:defRPr sz="1800" b="0">
                <a:solidFill>
                  <a:srgbClr val="BED0DA"/>
                </a:solidFill>
                <a:latin typeface="Helvetica Neue"/>
                <a:ea typeface="Helvetica Neue"/>
                <a:cs typeface="Helvetica Neue"/>
              </a:defRPr>
            </a:lvl3pPr>
            <a:lvl4pPr algn="l">
              <a:defRPr sz="1800" b="0">
                <a:solidFill>
                  <a:srgbClr val="BED0DA"/>
                </a:solidFill>
                <a:latin typeface="Helvetica Neue"/>
                <a:ea typeface="Helvetica Neue"/>
                <a:cs typeface="Helvetica Neue"/>
              </a:defRPr>
            </a:lvl4pPr>
            <a:lvl5pPr algn="l">
              <a:defRPr sz="1800" b="0">
                <a:solidFill>
                  <a:srgbClr val="BED0DA"/>
                </a:solidFill>
                <a:latin typeface="Helvetica Neue"/>
                <a:ea typeface="Helvetica Neue"/>
                <a:cs typeface="Helvetica Neue"/>
              </a:defRPr>
            </a:lvl5pPr>
            <a:lvl6pPr algn="l">
              <a:defRPr sz="1800" b="0">
                <a:solidFill>
                  <a:srgbClr val="BED0DA"/>
                </a:solidFill>
                <a:latin typeface="Helvetica Neue"/>
                <a:ea typeface="Helvetica Neue"/>
                <a:cs typeface="Helvetica Neue"/>
              </a:defRPr>
            </a:lvl6pPr>
            <a:lvl7pPr algn="l">
              <a:defRPr sz="1800" b="0">
                <a:solidFill>
                  <a:srgbClr val="BED0DA"/>
                </a:solidFill>
                <a:latin typeface="Helvetica Neue"/>
                <a:ea typeface="Helvetica Neue"/>
                <a:cs typeface="Helvetica Neue"/>
              </a:defRPr>
            </a:lvl7pPr>
            <a:lvl8pPr algn="l">
              <a:defRPr sz="1800" b="0">
                <a:solidFill>
                  <a:srgbClr val="BED0DA"/>
                </a:solidFill>
                <a:latin typeface="Helvetica Neue"/>
                <a:ea typeface="Helvetica Neue"/>
                <a:cs typeface="Helvetica Neue"/>
              </a:defRPr>
            </a:lvl8pPr>
            <a:lvl9pPr algn="l">
              <a:defRPr sz="1800" b="0">
                <a:solidFill>
                  <a:srgbClr val="BED0DA"/>
                </a:solidFill>
                <a:latin typeface="Helvetica Neue"/>
                <a:ea typeface="Helvetica Neue"/>
                <a:cs typeface="Helvetica Neue"/>
              </a:defRPr>
            </a:lvl9pPr>
          </a:lstStyle>
          <a:p xmlns:a="http://schemas.openxmlformats.org/drawingml/2006/main">
            <a:pPr algn="l">
              <a:defRPr sz="1800" b="0">
                <a:solidFill>
                  <a:srgbClr val="BED0DA"/>
                </a:solidFill>
                <a:latin typeface="Helvetica Neue"/>
                <a:ea typeface="Helvetica Neue"/>
                <a:cs typeface="Helvetica Neue"/>
              </a:defRPr>
            </a:pPr>
            <a:r>
              <a:rPr sz="1800" b="0">
                <a:solidFill>
                  <a:srgbClr val="BED0DA"/>
                </a:solidFill>
                <a:latin typeface="Helvetica Neue"/>
                <a:ea typeface="Helvetica Neue"/>
                <a:cs typeface="Helvetica Neue"/>
              </a:rPr>
              <a:t>Готовая рекомендация</a:t>
            </a:r>
          </a:p>
        </p:txBody>
      </p:sp>
      <p:sp>
        <p:nvSpPr>
          <p:cNvPr id="37" name="">
            <a:extLst xmlns:a="http://schemas.openxmlformats.org/drawingml/2006/main">
              <a:ext uri="{FF2B5EF4-FFF2-40B4-BE49-F238E27FC236}">
                <a16:creationId xmlns:a16="http://schemas.microsoft.com/office/drawing/2014/main" id="{9D5CAF16-0E69-47F4-B8F7-552AC7B6B8A2}"/>
              </a:ext>
            </a:extLst>
          </p:cNvPr>
          <p:cNvSpPr>
            <a:spLocks xmlns:a="http://schemas.openxmlformats.org/drawingml/2006/main" noGrp="1"/>
          </p:cNvSpPr>
          <p:nvPr/>
        </p:nvSpPr>
        <p:spPr>
          <a:xfrm xmlns:a="http://schemas.openxmlformats.org/drawingml/2006/main">
            <a:off x="4333875" y="79152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500" b="0">
                <a:solidFill>
                  <a:srgbClr val="BED0DA"/>
                </a:solidFill>
                <a:latin typeface="Helvetica Neue"/>
                <a:ea typeface="Helvetica Neue"/>
                <a:cs typeface="Helvetica Neue"/>
              </a:defRPr>
            </a:defPPr>
            <a:lvl1pPr algn="l">
              <a:defRPr sz="1500" b="0">
                <a:solidFill>
                  <a:srgbClr val="BED0DA"/>
                </a:solidFill>
                <a:latin typeface="Helvetica Neue"/>
                <a:ea typeface="Helvetica Neue"/>
                <a:cs typeface="Helvetica Neue"/>
              </a:defRPr>
            </a:lvl1pPr>
            <a:lvl2pPr algn="l">
              <a:defRPr sz="1500" b="0">
                <a:solidFill>
                  <a:srgbClr val="BED0DA"/>
                </a:solidFill>
                <a:latin typeface="Helvetica Neue"/>
                <a:ea typeface="Helvetica Neue"/>
                <a:cs typeface="Helvetica Neue"/>
              </a:defRPr>
            </a:lvl2pPr>
            <a:lvl3pPr algn="l">
              <a:defRPr sz="1500" b="0">
                <a:solidFill>
                  <a:srgbClr val="BED0DA"/>
                </a:solidFill>
                <a:latin typeface="Helvetica Neue"/>
                <a:ea typeface="Helvetica Neue"/>
                <a:cs typeface="Helvetica Neue"/>
              </a:defRPr>
            </a:lvl3pPr>
            <a:lvl4pPr algn="l">
              <a:defRPr sz="1500" b="0">
                <a:solidFill>
                  <a:srgbClr val="BED0DA"/>
                </a:solidFill>
                <a:latin typeface="Helvetica Neue"/>
                <a:ea typeface="Helvetica Neue"/>
                <a:cs typeface="Helvetica Neue"/>
              </a:defRPr>
            </a:lvl4pPr>
            <a:lvl5pPr algn="l">
              <a:defRPr sz="1500" b="0">
                <a:solidFill>
                  <a:srgbClr val="BED0DA"/>
                </a:solidFill>
                <a:latin typeface="Helvetica Neue"/>
                <a:ea typeface="Helvetica Neue"/>
                <a:cs typeface="Helvetica Neue"/>
              </a:defRPr>
            </a:lvl5pPr>
            <a:lvl6pPr algn="l">
              <a:defRPr sz="1500" b="0">
                <a:solidFill>
                  <a:srgbClr val="BED0DA"/>
                </a:solidFill>
                <a:latin typeface="Helvetica Neue"/>
                <a:ea typeface="Helvetica Neue"/>
                <a:cs typeface="Helvetica Neue"/>
              </a:defRPr>
            </a:lvl6pPr>
            <a:lvl7pPr algn="l">
              <a:defRPr sz="1500" b="0">
                <a:solidFill>
                  <a:srgbClr val="BED0DA"/>
                </a:solidFill>
                <a:latin typeface="Helvetica Neue"/>
                <a:ea typeface="Helvetica Neue"/>
                <a:cs typeface="Helvetica Neue"/>
              </a:defRPr>
            </a:lvl7pPr>
            <a:lvl8pPr algn="l">
              <a:defRPr sz="1500" b="0">
                <a:solidFill>
                  <a:srgbClr val="BED0DA"/>
                </a:solidFill>
                <a:latin typeface="Helvetica Neue"/>
                <a:ea typeface="Helvetica Neue"/>
                <a:cs typeface="Helvetica Neue"/>
              </a:defRPr>
            </a:lvl8pPr>
            <a:lvl9pPr algn="l">
              <a:defRPr sz="1500" b="0">
                <a:solidFill>
                  <a:srgbClr val="BED0DA"/>
                </a:solidFill>
                <a:latin typeface="Helvetica Neue"/>
                <a:ea typeface="Helvetica Neue"/>
                <a:cs typeface="Helvetica Neue"/>
              </a:defRPr>
            </a:lvl9pPr>
          </a:lstStyle>
          <a:p xmlns:a="http://schemas.openxmlformats.org/drawingml/2006/main">
            <a:pPr algn="l">
              <a:defRPr sz="1500" b="0">
                <a:solidFill>
                  <a:srgbClr val="BED0DA"/>
                </a:solidFill>
                <a:latin typeface="Helvetica Neue"/>
                <a:ea typeface="Helvetica Neue"/>
                <a:cs typeface="Helvetica Neue"/>
              </a:defRPr>
            </a:pPr>
            <a:r>
              <a:rPr sz="1500" b="0">
                <a:solidFill>
                  <a:srgbClr val="BED0DA"/>
                </a:solidFill>
                <a:latin typeface="Helvetica Neue"/>
                <a:ea typeface="Helvetica Neue"/>
                <a:cs typeface="Helvetica Neue"/>
              </a:rPr>
              <a:t>При признаках риска: обращение к специалисту</a:t>
            </a:r>
          </a:p>
        </p:txBody>
      </p:sp>
    </p:spTree>
    <p:extLst>
      <p:ext uri="{BB962C8B-B14F-4D97-AF65-F5344CB8AC3E}">
        <p14:creationId xmlns:p14="http://schemas.microsoft.com/office/powerpoint/2010/main" val="76363470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2026-10-17T17:57:49.0240000Z</dcterms:created>
  <dcterms:modified xsi:type="dcterms:W3CDTF">2026-10-17T17:57:49.0240000Z</dcterms:modified>
</coreProperties>
</file>