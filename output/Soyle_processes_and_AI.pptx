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24249ed6b344e7" /><Relationship Type="http://schemas.openxmlformats.org/officeDocument/2006/relationships/extended-properties" Target="/docProps/app.xml" Id="R1ad12c0166114cb5" /><Relationship Type="http://schemas.openxmlformats.org/officeDocument/2006/relationships/officeDocument" Target="/ppt/presentation.xml" Id="R9107b43bc517413d" /></Relationships>
</file>

<file path=ppt/presentation.xml><?xml version="1.0" encoding="utf-8"?>
<p:presentation xmlns:p="http://schemas.openxmlformats.org/presentationml/2006/main">
  <p:sldMasterIdLst>
    <p:sldMasterId xmlns:r="http://schemas.openxmlformats.org/officeDocument/2006/relationships" id="2147483648" r:id="Rd393c96a267e44d0"/>
  </p:sldMasterIdLst>
  <p:notesMasterIdLst>
    <p:notesMasterId xmlns:r="http://schemas.openxmlformats.org/officeDocument/2006/relationships" r:id="Rafb03f58b3894cc4"/>
  </p:notesMasterIdLst>
  <p:sldIdLst>
    <p:sldId xmlns:r="http://schemas.openxmlformats.org/officeDocument/2006/relationships" id="256" r:id="Rb0fd2b9a2d3c4755"/>
    <p:sldId xmlns:r="http://schemas.openxmlformats.org/officeDocument/2006/relationships" id="257" r:id="R17b4a946b83045b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2833e3528042ae" /><Relationship Type="http://schemas.openxmlformats.org/officeDocument/2006/relationships/slideMaster" Target="/ppt/slideMasters/slideMaster1.xml" Id="Rd393c96a267e44d0" /><Relationship Type="http://schemas.openxmlformats.org/officeDocument/2006/relationships/notesMaster" Target="/ppt/notesMasters/notesMaster1.xml" Id="Rafb03f58b3894cc4" /><Relationship Type="http://schemas.openxmlformats.org/officeDocument/2006/relationships/presProps" Target="/ppt/presProps.xml" Id="R1b7da496972845eb" /><Relationship Type="http://schemas.openxmlformats.org/officeDocument/2006/relationships/tableStyles" Target="/ppt/tableStyles.xml" Id="R2d3aa50f34d046a6" /><Relationship Type="http://schemas.openxmlformats.org/officeDocument/2006/relationships/slide" Target="/ppt/slides/slide1.xml" Id="Rb0fd2b9a2d3c4755" /><Relationship Type="http://schemas.openxmlformats.org/officeDocument/2006/relationships/slide" Target="/ppt/slides/slide2.xml" Id="R17b4a946b83045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9e2e18226e41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53b3c442a34d19" /><Relationship Type="http://schemas.openxmlformats.org/officeDocument/2006/relationships/notesMaster" Target="/ppt/notesMasters/notesMaster1.xml" Id="Rcc29c70529354c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ba34dcfb154d71" /><Relationship Type="http://schemas.openxmlformats.org/officeDocument/2006/relationships/notesMaster" Target="/ppt/notesMasters/notesMaster1.xml" Id="R4c9c920da3f248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фактических процессов по локальной версии проекта на 17.10.2026. Источники: frontend/components/SoyleApp.tsx (AuthScreen, ChildOnboarding, startDailySession, startPreparedPlan, saveSession, PhraseGame, ProgressScreen, ParentScreen); frontend/components/GoalsAndPractice.tsx; backend/app/main.py (auth, children, consents, session_plan, learning_sessions, sessions, progress); frontend/lib/sessionRuntime.ts; frontend/lib/aacGrammar.ts; backend/app/aac_grammar.py. Проверены лендинг и кабинет родителя в локальном браузере. Быстрый план и адаптивный план являются отдельными маршрутами. Быстрый выбирает реже использованные задания и чередует модули, адаптивный требует активных целей. 3/5/10 минут соответствуют целевому числу 2/3/5 заданий при достаточном каталоге, это ориентир длительности. При отсутствии подходящих заданий адаптивный план выводит уведомление, случайной замены нет. В начале занятия пользователь может продолжить существующую сессию. Отказ завершает отдельную попытку без штрафа, перерыв позволяет возобновление. Результат сенсорной игры вычисляет сервер, AAC фиксирует участие без оценки речи. Бытовые наблюдения хранятся отдельно. Озвучивание использует готовые аудиофайлы, системный голос или локальный TTS. Контент в деморежиме ещё требует независимой методической и accessibility-проверки перед пилотом. Специалист отключён как действующая роль. Моторный прототип не входит в публичный каталог.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backend/app/adaptive_planner.py, backend/app/ai_assistant.py, backend/app/exercise_engine.py, backend/app/practice_goals.py, backend/app/main.py (/api/adaptive-plans, /api/ai/ask, /api/ai/plan); frontend/lib/motorDetection.ts; frontend/components/SoyleApp.tsx (MotorGame). Это локальные серверные правила, а не обучение модели на данных ребёнка. Нет внешнего AI SDK, AI API или использования токенов. Помощник выбирает готовые ответы по ключевым словам в приоритетном порядке: признаки риска, отказ/усталость/перерыв, AAC/карточки/просьба, общая памятка. Он не анализирует индивидуальную историю ребёнка: в answer_parent передаётся только вопрос. Адаптивный планировщик берёт до 8 завершённых результатов с response_owner=child и support_context independent/caregiver_supported, attempts_count&gt;0. Веса линейные: 2.0 у нового результата, 1.0 у старого. Точность считается по доле правильных ответов внутри каждого результата, затем взвешивается. Уровень 2: не менее 3 результатов, точность &gt;=76%, не менее 3 самостоятельных завершений, самостоятельность &gt;=50%. Уровень 3: не менее 6 результатов, точность &gt;=88%, не менее 3 самостоятельных завершений, самостоятельность &gt;=80%. Последнее бытовое наблюдение with_help возвращает уровень 1 и не превращается в игровой балл. Доступные параметры берутся из версии упражнения. Сначала планировщик покрывает разные цели, затем заполняет план уникальными упражнениями. Порядок: новые, реже назначенные, предпочтения, давность. Сохраняет версии целей и упражнений, параметры, версию правил и причины. Новая попытка меняет следующий сгенерированный план, не текущий. Если нет активных целей или разрешённых упражнений, выдаёт уведомление. Обычный быстрый /api/session-plan использует отдельную ротацию без этих порогов. Нейросетевой прототип MediaPipe: согласие и камера, локальная модель FaceLandmarker, калибровка нейтрального лица, blendshapes, абсолютный порог и изменение относительно базы, 6 последовательных совпадений, обратная связь о движении. Видео и координаты не сохраняются и не передаются на сервер. local_face_mirror исключён в published_exercise_rows, поэтому это не действующая публичная функция. Демоконтент не следует представлять как независимо проверенную лечебную программу. Диагностики и распознавания речи нет.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0b086dd37142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eeb5bfcd6843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849d28773a4a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00c4236def4d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ee9e6469034d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305292d2ee4b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C5066A-08F3-4D0A-9374-A2C8D8CDCE7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9A91B1-0FD0-42C6-8AC8-14DB0FAC503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F640D6-2A41-41F8-A62C-C4D56ECA7FF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89748D-D480-4A30-942A-B39EED9288F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E5FB41-1870-4384-96ED-98F20DBC90A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5B5A6B-6186-4954-B6DB-BE6C6B45ABA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1C968F-3CAB-4C52-B1EB-0D7F011918E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B20CA1-9893-4E0B-9C5B-E076346FB2D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610E87-D713-443B-B382-5C4CB721026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D2060B-36ED-494B-9F2A-DFE31E5D56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33505647664a66" /><Relationship Type="http://schemas.openxmlformats.org/officeDocument/2006/relationships/slideLayout" Target="/ppt/slideLayouts/slideLayout1.xml" Id="R0ab1eda3918344db" /><Relationship Type="http://schemas.openxmlformats.org/officeDocument/2006/relationships/slideLayout" Target="/ppt/slideLayouts/slideLayout2.xml" Id="R10299b33b0c5472d" /><Relationship Type="http://schemas.openxmlformats.org/officeDocument/2006/relationships/slideLayout" Target="/ppt/slideLayouts/slideLayout3.xml" Id="R41218917b1554349" /><Relationship Type="http://schemas.openxmlformats.org/officeDocument/2006/relationships/slideLayout" Target="/ppt/slideLayouts/slideLayout4.xml" Id="Re5158784480c47c6" /><Relationship Type="http://schemas.openxmlformats.org/officeDocument/2006/relationships/slideLayout" Target="/ppt/slideLayouts/slideLayout5.xml" Id="Re36c709ef7584af5" /><Relationship Type="http://schemas.openxmlformats.org/officeDocument/2006/relationships/slideLayout" Target="/ppt/slideLayouts/slideLayout6.xml" Id="R38cd915a6a6f41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b1eda3918344db"/>
    <p:sldLayoutId xmlns:r="http://schemas.openxmlformats.org/officeDocument/2006/relationships" id="2147483650" r:id="R10299b33b0c5472d"/>
    <p:sldLayoutId xmlns:r="http://schemas.openxmlformats.org/officeDocument/2006/relationships" id="2147483651" r:id="R41218917b1554349"/>
    <p:sldLayoutId xmlns:r="http://schemas.openxmlformats.org/officeDocument/2006/relationships" id="2147483652" r:id="Re5158784480c47c6"/>
    <p:sldLayoutId xmlns:r="http://schemas.openxmlformats.org/officeDocument/2006/relationships" id="2147483653" r:id="Re36c709ef7584af5"/>
    <p:sldLayoutId xmlns:r="http://schemas.openxmlformats.org/officeDocument/2006/relationships" id="2147483654" r:id="R38cd915a6a6f41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746617ec894370" /><Relationship Type="http://schemas.openxmlformats.org/officeDocument/2006/relationships/notesSlide" Target="/ppt/notesSlides/notesSlide1.xml" Id="R12f26270781541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e7544b6fba4f6e" /><Relationship Type="http://schemas.openxmlformats.org/officeDocument/2006/relationships/notesSlide" Target="/ppt/notesSlides/notesSlide2.xml" Id="R01c0cb9268b74112"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B8CB1AC6-C0E3-46A1-BF4D-40AF15D79BF2}"/>
              </a:ext>
            </a:extLst>
          </p:cNvPr>
          <p:cNvCxnSpPr>
            <a:stCxn xmlns:a="http://schemas.openxmlformats.org/drawingml/2006/main" id="17" idx="1"/>
            <a:endCxn xmlns:a="http://schemas.openxmlformats.org/drawingml/2006/main" id="20" idx="3"/>
          </p:cNvCxnSpPr>
          <p:nvPr/>
        </p:nvCxnSpPr>
        <p:spPr>
          <a:xfrm xmlns:a="http://schemas.openxmlformats.org/drawingml/2006/main" flipH="1">
            <a:off x="4800600" y="5762625"/>
            <a:ext cx="7239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6" name="">
            <a:extLst xmlns:a="http://schemas.openxmlformats.org/drawingml/2006/main">
              <a:ext uri="{FF2B5EF4-FFF2-40B4-BE49-F238E27FC236}">
                <a16:creationId xmlns:a16="http://schemas.microsoft.com/office/drawing/2014/main" id="{07EFDB69-5295-495F-9665-98714489038D}"/>
              </a:ext>
            </a:extLst>
          </p:cNvPr>
          <p:cNvCxnSpPr>
            <a:stCxn xmlns:a="http://schemas.openxmlformats.org/drawingml/2006/main" id="14" idx="1"/>
            <a:endCxn xmlns:a="http://schemas.openxmlformats.org/drawingml/2006/main" id="17" idx="3"/>
          </p:cNvCxnSpPr>
          <p:nvPr/>
        </p:nvCxnSpPr>
        <p:spPr>
          <a:xfrm xmlns:a="http://schemas.openxmlformats.org/drawingml/2006/main" flipH="1">
            <a:off x="9715500" y="5762625"/>
            <a:ext cx="7239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5" name="">
            <a:extLst xmlns:a="http://schemas.openxmlformats.org/drawingml/2006/main">
              <a:ext uri="{FF2B5EF4-FFF2-40B4-BE49-F238E27FC236}">
                <a16:creationId xmlns:a16="http://schemas.microsoft.com/office/drawing/2014/main" id="{237C7A82-EB25-4E6A-A617-A44ED95B6043}"/>
              </a:ext>
            </a:extLst>
          </p:cNvPr>
          <p:cNvCxnSpPr>
            <a:stCxn xmlns:a="http://schemas.openxmlformats.org/drawingml/2006/main" id="11" idx="2"/>
            <a:endCxn xmlns:a="http://schemas.openxmlformats.org/drawingml/2006/main" id="14" idx="0"/>
          </p:cNvCxnSpPr>
          <p:nvPr/>
        </p:nvCxnSpPr>
        <p:spPr>
          <a:xfrm xmlns:a="http://schemas.openxmlformats.org/drawingml/2006/main">
            <a:off x="12534900" y="4238625"/>
            <a:ext cx="0" cy="57150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4" name="">
            <a:extLst xmlns:a="http://schemas.openxmlformats.org/drawingml/2006/main">
              <a:ext uri="{FF2B5EF4-FFF2-40B4-BE49-F238E27FC236}">
                <a16:creationId xmlns:a16="http://schemas.microsoft.com/office/drawing/2014/main" id="{F16E49B7-84CA-43BC-8550-D0DF4F9C27FB}"/>
              </a:ext>
            </a:extLst>
          </p:cNvPr>
          <p:cNvCxnSpPr>
            <a:stCxn xmlns:a="http://schemas.openxmlformats.org/drawingml/2006/main" id="8" idx="3"/>
            <a:endCxn xmlns:a="http://schemas.openxmlformats.org/drawingml/2006/main" id="11" idx="1"/>
          </p:cNvCxnSpPr>
          <p:nvPr/>
        </p:nvCxnSpPr>
        <p:spPr>
          <a:xfrm xmlns:a="http://schemas.openxmlformats.org/drawingml/2006/main">
            <a:off x="9715500" y="3286125"/>
            <a:ext cx="7239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3" name="">
            <a:extLst xmlns:a="http://schemas.openxmlformats.org/drawingml/2006/main">
              <a:ext uri="{FF2B5EF4-FFF2-40B4-BE49-F238E27FC236}">
                <a16:creationId xmlns:a16="http://schemas.microsoft.com/office/drawing/2014/main" id="{FE526615-060D-4B3F-9CCF-8C6A23EF3E4E}"/>
              </a:ext>
            </a:extLst>
          </p:cNvPr>
          <p:cNvCxnSpPr>
            <a:stCxn xmlns:a="http://schemas.openxmlformats.org/drawingml/2006/main" id="5" idx="3"/>
            <a:endCxn xmlns:a="http://schemas.openxmlformats.org/drawingml/2006/main" id="8" idx="1"/>
          </p:cNvCxnSpPr>
          <p:nvPr/>
        </p:nvCxnSpPr>
        <p:spPr>
          <a:xfrm xmlns:a="http://schemas.openxmlformats.org/drawingml/2006/main">
            <a:off x="4800600" y="3286125"/>
            <a:ext cx="723900" cy="0"/>
          </a:xfrm>
          <a:prstGeom xmlns:a="http://schemas.openxmlformats.org/drawingml/2006/main" prst="straightConnector1">
            <a:avLst/>
          </a:prstGeom>
          <a:ln xmlns:a="http://schemas.openxmlformats.org/drawingml/2006/main" w="23813">
            <a:solidFill>
              <a:srgbClr val="1668C7"/>
            </a:solidFill>
            <a:tailEnd type="arrow" w="med" len="med"/>
          </a:ln>
        </p:spPr>
      </p:cxnSp>
      <p:sp>
        <p:nvSpPr>
          <p:cNvPr id="35" name="">
            <a:extLst xmlns:a="http://schemas.openxmlformats.org/drawingml/2006/main">
              <a:ext uri="{FF2B5EF4-FFF2-40B4-BE49-F238E27FC236}">
                <a16:creationId xmlns:a16="http://schemas.microsoft.com/office/drawing/2014/main" id="{E992A9E8-2ADA-4915-B593-5A46FAB12126}"/>
              </a:ext>
            </a:extLst>
          </p:cNvPr>
          <p:cNvSpPr>
            <a:spLocks xmlns:a="http://schemas.openxmlformats.org/drawingml/2006/main" noGrp="1"/>
          </p:cNvSpPr>
          <p:nvPr/>
        </p:nvSpPr>
        <p:spPr>
          <a:xfrm xmlns:a="http://schemas.openxmlformats.org/drawingml/2006/main">
            <a:off x="609600" y="3333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68C7"/>
                </a:solidFill>
                <a:latin typeface="Helvetica Neue"/>
                <a:ea typeface="Helvetica Neue"/>
                <a:cs typeface="Helvetica Neue"/>
              </a:defRPr>
            </a:defPPr>
            <a:lvl1pPr>
              <a:defRPr sz="2250" b="1">
                <a:solidFill>
                  <a:srgbClr val="1668C7"/>
                </a:solidFill>
                <a:latin typeface="Helvetica Neue"/>
                <a:ea typeface="Helvetica Neue"/>
                <a:cs typeface="Helvetica Neue"/>
              </a:defRPr>
            </a:lvl1pPr>
            <a:lvl2pPr>
              <a:defRPr sz="2250" b="1">
                <a:solidFill>
                  <a:srgbClr val="1668C7"/>
                </a:solidFill>
                <a:latin typeface="Helvetica Neue"/>
                <a:ea typeface="Helvetica Neue"/>
                <a:cs typeface="Helvetica Neue"/>
              </a:defRPr>
            </a:lvl2pPr>
            <a:lvl3pPr>
              <a:defRPr sz="2250" b="1">
                <a:solidFill>
                  <a:srgbClr val="1668C7"/>
                </a:solidFill>
                <a:latin typeface="Helvetica Neue"/>
                <a:ea typeface="Helvetica Neue"/>
                <a:cs typeface="Helvetica Neue"/>
              </a:defRPr>
            </a:lvl3pPr>
            <a:lvl4pPr>
              <a:defRPr sz="2250" b="1">
                <a:solidFill>
                  <a:srgbClr val="1668C7"/>
                </a:solidFill>
                <a:latin typeface="Helvetica Neue"/>
                <a:ea typeface="Helvetica Neue"/>
                <a:cs typeface="Helvetica Neue"/>
              </a:defRPr>
            </a:lvl4pPr>
            <a:lvl5pPr>
              <a:defRPr sz="2250" b="1">
                <a:solidFill>
                  <a:srgbClr val="1668C7"/>
                </a:solidFill>
                <a:latin typeface="Helvetica Neue"/>
                <a:ea typeface="Helvetica Neue"/>
                <a:cs typeface="Helvetica Neue"/>
              </a:defRPr>
            </a:lvl5pPr>
            <a:lvl6pPr>
              <a:defRPr sz="2250" b="1">
                <a:solidFill>
                  <a:srgbClr val="1668C7"/>
                </a:solidFill>
                <a:latin typeface="Helvetica Neue"/>
                <a:ea typeface="Helvetica Neue"/>
                <a:cs typeface="Helvetica Neue"/>
              </a:defRPr>
            </a:lvl6pPr>
            <a:lvl7pPr>
              <a:defRPr sz="2250" b="1">
                <a:solidFill>
                  <a:srgbClr val="1668C7"/>
                </a:solidFill>
                <a:latin typeface="Helvetica Neue"/>
                <a:ea typeface="Helvetica Neue"/>
                <a:cs typeface="Helvetica Neue"/>
              </a:defRPr>
            </a:lvl7pPr>
            <a:lvl8pPr>
              <a:defRPr sz="2250" b="1">
                <a:solidFill>
                  <a:srgbClr val="1668C7"/>
                </a:solidFill>
                <a:latin typeface="Helvetica Neue"/>
                <a:ea typeface="Helvetica Neue"/>
                <a:cs typeface="Helvetica Neue"/>
              </a:defRPr>
            </a:lvl8pPr>
            <a:lvl9pPr>
              <a:defRPr sz="2250" b="1">
                <a:solidFill>
                  <a:srgbClr val="1668C7"/>
                </a:solidFill>
                <a:latin typeface="Helvetica Neue"/>
                <a:ea typeface="Helvetica Neue"/>
                <a:cs typeface="Helvetica Neue"/>
              </a:defRPr>
            </a:lvl9pPr>
          </a:lstStyle>
          <a:p xmlns:a="http://schemas.openxmlformats.org/drawingml/2006/main">
            <a:pPr>
              <a:defRPr sz="2250" b="1">
                <a:solidFill>
                  <a:srgbClr val="1668C7"/>
                </a:solidFill>
                <a:latin typeface="Helvetica Neue"/>
                <a:ea typeface="Helvetica Neue"/>
                <a:cs typeface="Helvetica Neue"/>
              </a:defRPr>
            </a:pPr>
            <a:r>
              <a:rPr sz="2250" b="1">
                <a:solidFill>
                  <a:srgbClr val="1668C7"/>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5024F806-47A5-4857-9786-79E8E20644BC}"/>
              </a:ext>
            </a:extLst>
          </p:cNvPr>
          <p:cNvSpPr>
            <a:spLocks xmlns:a="http://schemas.openxmlformats.org/drawingml/2006/main" noGrp="1"/>
          </p:cNvSpPr>
          <p:nvPr/>
        </p:nvSpPr>
        <p:spPr>
          <a:xfrm xmlns:a="http://schemas.openxmlformats.org/drawingml/2006/main">
            <a:off x="14001750" y="381000"/>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F6D82"/>
                </a:solidFill>
                <a:latin typeface="Helvetica Neue"/>
                <a:ea typeface="Helvetica Neue"/>
                <a:cs typeface="Helvetica Neue"/>
              </a:defRPr>
            </a:defPPr>
            <a:lvl1pPr>
              <a:defRPr sz="1650" b="0">
                <a:solidFill>
                  <a:srgbClr val="5F6D82"/>
                </a:solidFill>
                <a:latin typeface="Helvetica Neue"/>
                <a:ea typeface="Helvetica Neue"/>
                <a:cs typeface="Helvetica Neue"/>
              </a:defRPr>
            </a:lvl1pPr>
            <a:lvl2pPr>
              <a:defRPr sz="1650" b="0">
                <a:solidFill>
                  <a:srgbClr val="5F6D82"/>
                </a:solidFill>
                <a:latin typeface="Helvetica Neue"/>
                <a:ea typeface="Helvetica Neue"/>
                <a:cs typeface="Helvetica Neue"/>
              </a:defRPr>
            </a:lvl2pPr>
            <a:lvl3pPr>
              <a:defRPr sz="1650" b="0">
                <a:solidFill>
                  <a:srgbClr val="5F6D82"/>
                </a:solidFill>
                <a:latin typeface="Helvetica Neue"/>
                <a:ea typeface="Helvetica Neue"/>
                <a:cs typeface="Helvetica Neue"/>
              </a:defRPr>
            </a:lvl3pPr>
            <a:lvl4pPr>
              <a:defRPr sz="1650" b="0">
                <a:solidFill>
                  <a:srgbClr val="5F6D82"/>
                </a:solidFill>
                <a:latin typeface="Helvetica Neue"/>
                <a:ea typeface="Helvetica Neue"/>
                <a:cs typeface="Helvetica Neue"/>
              </a:defRPr>
            </a:lvl4pPr>
            <a:lvl5pPr>
              <a:defRPr sz="1650" b="0">
                <a:solidFill>
                  <a:srgbClr val="5F6D82"/>
                </a:solidFill>
                <a:latin typeface="Helvetica Neue"/>
                <a:ea typeface="Helvetica Neue"/>
                <a:cs typeface="Helvetica Neue"/>
              </a:defRPr>
            </a:lvl5pPr>
            <a:lvl6pPr>
              <a:defRPr sz="1650" b="0">
                <a:solidFill>
                  <a:srgbClr val="5F6D82"/>
                </a:solidFill>
                <a:latin typeface="Helvetica Neue"/>
                <a:ea typeface="Helvetica Neue"/>
                <a:cs typeface="Helvetica Neue"/>
              </a:defRPr>
            </a:lvl6pPr>
            <a:lvl7pPr>
              <a:defRPr sz="1650" b="0">
                <a:solidFill>
                  <a:srgbClr val="5F6D82"/>
                </a:solidFill>
                <a:latin typeface="Helvetica Neue"/>
                <a:ea typeface="Helvetica Neue"/>
                <a:cs typeface="Helvetica Neue"/>
              </a:defRPr>
            </a:lvl7pPr>
            <a:lvl8pPr>
              <a:defRPr sz="1650" b="0">
                <a:solidFill>
                  <a:srgbClr val="5F6D82"/>
                </a:solidFill>
                <a:latin typeface="Helvetica Neue"/>
                <a:ea typeface="Helvetica Neue"/>
                <a:cs typeface="Helvetica Neue"/>
              </a:defRPr>
            </a:lvl8pPr>
            <a:lvl9pPr>
              <a:defRPr sz="1650" b="0">
                <a:solidFill>
                  <a:srgbClr val="5F6D82"/>
                </a:solidFill>
                <a:latin typeface="Helvetica Neue"/>
                <a:ea typeface="Helvetica Neue"/>
                <a:cs typeface="Helvetica Neue"/>
              </a:defRPr>
            </a:lvl9pPr>
          </a:lstStyle>
          <a:p xmlns:a="http://schemas.openxmlformats.org/drawingml/2006/main">
            <a:pPr>
              <a:defRPr sz="1650" b="0">
                <a:solidFill>
                  <a:srgbClr val="5F6D82"/>
                </a:solidFill>
                <a:latin typeface="Helvetica Neue"/>
                <a:ea typeface="Helvetica Neue"/>
                <a:cs typeface="Helvetica Neue"/>
              </a:defRPr>
            </a:pPr>
            <a:r>
              <a:rPr sz="1650" b="0">
                <a:solidFill>
                  <a:srgbClr val="5F6D82"/>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EA84C6E-A2B0-4C87-BB0F-5C573C9E4720}"/>
              </a:ext>
            </a:extLst>
          </p:cNvPr>
          <p:cNvSpPr>
            <a:spLocks xmlns:a="http://schemas.openxmlformats.org/drawingml/2006/main" noGrp="1"/>
          </p:cNvSpPr>
          <p:nvPr/>
        </p:nvSpPr>
        <p:spPr>
          <a:xfrm xmlns:a="http://schemas.openxmlformats.org/drawingml/2006/main">
            <a:off x="609600" y="914400"/>
            <a:ext cx="14020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2033"/>
                </a:solidFill>
                <a:latin typeface="Helvetica Neue"/>
                <a:ea typeface="Helvetica Neue"/>
                <a:cs typeface="Helvetica Neue"/>
              </a:defRPr>
            </a:defPPr>
            <a:lvl1pPr>
              <a:defRPr sz="3600" b="1">
                <a:solidFill>
                  <a:srgbClr val="162033"/>
                </a:solidFill>
                <a:latin typeface="Helvetica Neue"/>
                <a:ea typeface="Helvetica Neue"/>
                <a:cs typeface="Helvetica Neue"/>
              </a:defRPr>
            </a:lvl1pPr>
            <a:lvl2pPr>
              <a:defRPr sz="3600" b="1">
                <a:solidFill>
                  <a:srgbClr val="162033"/>
                </a:solidFill>
                <a:latin typeface="Helvetica Neue"/>
                <a:ea typeface="Helvetica Neue"/>
                <a:cs typeface="Helvetica Neue"/>
              </a:defRPr>
            </a:lvl2pPr>
            <a:lvl3pPr>
              <a:defRPr sz="3600" b="1">
                <a:solidFill>
                  <a:srgbClr val="162033"/>
                </a:solidFill>
                <a:latin typeface="Helvetica Neue"/>
                <a:ea typeface="Helvetica Neue"/>
                <a:cs typeface="Helvetica Neue"/>
              </a:defRPr>
            </a:lvl3pPr>
            <a:lvl4pPr>
              <a:defRPr sz="3600" b="1">
                <a:solidFill>
                  <a:srgbClr val="162033"/>
                </a:solidFill>
                <a:latin typeface="Helvetica Neue"/>
                <a:ea typeface="Helvetica Neue"/>
                <a:cs typeface="Helvetica Neue"/>
              </a:defRPr>
            </a:lvl4pPr>
            <a:lvl5pPr>
              <a:defRPr sz="3600" b="1">
                <a:solidFill>
                  <a:srgbClr val="162033"/>
                </a:solidFill>
                <a:latin typeface="Helvetica Neue"/>
                <a:ea typeface="Helvetica Neue"/>
                <a:cs typeface="Helvetica Neue"/>
              </a:defRPr>
            </a:lvl5pPr>
            <a:lvl6pPr>
              <a:defRPr sz="3600" b="1">
                <a:solidFill>
                  <a:srgbClr val="162033"/>
                </a:solidFill>
                <a:latin typeface="Helvetica Neue"/>
                <a:ea typeface="Helvetica Neue"/>
                <a:cs typeface="Helvetica Neue"/>
              </a:defRPr>
            </a:lvl6pPr>
            <a:lvl7pPr>
              <a:defRPr sz="3600" b="1">
                <a:solidFill>
                  <a:srgbClr val="162033"/>
                </a:solidFill>
                <a:latin typeface="Helvetica Neue"/>
                <a:ea typeface="Helvetica Neue"/>
                <a:cs typeface="Helvetica Neue"/>
              </a:defRPr>
            </a:lvl7pPr>
            <a:lvl8pPr>
              <a:defRPr sz="3600" b="1">
                <a:solidFill>
                  <a:srgbClr val="162033"/>
                </a:solidFill>
                <a:latin typeface="Helvetica Neue"/>
                <a:ea typeface="Helvetica Neue"/>
                <a:cs typeface="Helvetica Neue"/>
              </a:defRPr>
            </a:lvl8pPr>
            <a:lvl9pPr>
              <a:defRPr sz="3600" b="1">
                <a:solidFill>
                  <a:srgbClr val="162033"/>
                </a:solidFill>
                <a:latin typeface="Helvetica Neue"/>
                <a:ea typeface="Helvetica Neue"/>
                <a:cs typeface="Helvetica Neue"/>
              </a:defRPr>
            </a:lvl9pPr>
          </a:lstStyle>
          <a:p xmlns:a="http://schemas.openxmlformats.org/drawingml/2006/main">
            <a:pPr>
              <a:defRPr sz="3600" b="1">
                <a:solidFill>
                  <a:srgbClr val="162033"/>
                </a:solidFill>
                <a:latin typeface="Helvetica Neue"/>
                <a:ea typeface="Helvetica Neue"/>
                <a:cs typeface="Helvetica Neue"/>
              </a:defRPr>
            </a:pPr>
            <a:r>
              <a:rPr sz="3600" b="1">
                <a:solidFill>
                  <a:srgbClr val="162033"/>
                </a:solidFill>
                <a:latin typeface="Helvetica Neue"/>
                <a:ea typeface="Helvetica Neue"/>
                <a:cs typeface="Helvetica Neue"/>
              </a:rPr>
              <a:t>Путь пользователя в Söyle</a:t>
            </a:r>
          </a:p>
        </p:txBody>
      </p:sp>
      <p:sp>
        <p:nvSpPr>
          <p:cNvPr id="4" name="">
            <a:extLst xmlns:a="http://schemas.openxmlformats.org/drawingml/2006/main">
              <a:ext uri="{FF2B5EF4-FFF2-40B4-BE49-F238E27FC236}">
                <a16:creationId xmlns:a16="http://schemas.microsoft.com/office/drawing/2014/main" id="{68A444A1-2E36-4D72-9937-DAB27B4E64D9}"/>
              </a:ext>
            </a:extLst>
          </p:cNvPr>
          <p:cNvSpPr>
            <a:spLocks xmlns:a="http://schemas.openxmlformats.org/drawingml/2006/main" noGrp="1"/>
          </p:cNvSpPr>
          <p:nvPr/>
        </p:nvSpPr>
        <p:spPr>
          <a:xfrm xmlns:a="http://schemas.openxmlformats.org/drawingml/2006/main">
            <a:off x="609600" y="1571625"/>
            <a:ext cx="1402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F6D82"/>
                </a:solidFill>
                <a:latin typeface="Helvetica Neue"/>
                <a:ea typeface="Helvetica Neue"/>
                <a:cs typeface="Helvetica Neue"/>
              </a:defRPr>
            </a:defPPr>
            <a:lvl1pPr>
              <a:defRPr sz="1950" b="0">
                <a:solidFill>
                  <a:srgbClr val="5F6D82"/>
                </a:solidFill>
                <a:latin typeface="Helvetica Neue"/>
                <a:ea typeface="Helvetica Neue"/>
                <a:cs typeface="Helvetica Neue"/>
              </a:defRPr>
            </a:lvl1pPr>
            <a:lvl2pPr>
              <a:defRPr sz="1950" b="0">
                <a:solidFill>
                  <a:srgbClr val="5F6D82"/>
                </a:solidFill>
                <a:latin typeface="Helvetica Neue"/>
                <a:ea typeface="Helvetica Neue"/>
                <a:cs typeface="Helvetica Neue"/>
              </a:defRPr>
            </a:lvl2pPr>
            <a:lvl3pPr>
              <a:defRPr sz="1950" b="0">
                <a:solidFill>
                  <a:srgbClr val="5F6D82"/>
                </a:solidFill>
                <a:latin typeface="Helvetica Neue"/>
                <a:ea typeface="Helvetica Neue"/>
                <a:cs typeface="Helvetica Neue"/>
              </a:defRPr>
            </a:lvl3pPr>
            <a:lvl4pPr>
              <a:defRPr sz="1950" b="0">
                <a:solidFill>
                  <a:srgbClr val="5F6D82"/>
                </a:solidFill>
                <a:latin typeface="Helvetica Neue"/>
                <a:ea typeface="Helvetica Neue"/>
                <a:cs typeface="Helvetica Neue"/>
              </a:defRPr>
            </a:lvl4pPr>
            <a:lvl5pPr>
              <a:defRPr sz="1950" b="0">
                <a:solidFill>
                  <a:srgbClr val="5F6D82"/>
                </a:solidFill>
                <a:latin typeface="Helvetica Neue"/>
                <a:ea typeface="Helvetica Neue"/>
                <a:cs typeface="Helvetica Neue"/>
              </a:defRPr>
            </a:lvl5pPr>
            <a:lvl6pPr>
              <a:defRPr sz="1950" b="0">
                <a:solidFill>
                  <a:srgbClr val="5F6D82"/>
                </a:solidFill>
                <a:latin typeface="Helvetica Neue"/>
                <a:ea typeface="Helvetica Neue"/>
                <a:cs typeface="Helvetica Neue"/>
              </a:defRPr>
            </a:lvl6pPr>
            <a:lvl7pPr>
              <a:defRPr sz="1950" b="0">
                <a:solidFill>
                  <a:srgbClr val="5F6D82"/>
                </a:solidFill>
                <a:latin typeface="Helvetica Neue"/>
                <a:ea typeface="Helvetica Neue"/>
                <a:cs typeface="Helvetica Neue"/>
              </a:defRPr>
            </a:lvl7pPr>
            <a:lvl8pPr>
              <a:defRPr sz="1950" b="0">
                <a:solidFill>
                  <a:srgbClr val="5F6D82"/>
                </a:solidFill>
                <a:latin typeface="Helvetica Neue"/>
                <a:ea typeface="Helvetica Neue"/>
                <a:cs typeface="Helvetica Neue"/>
              </a:defRPr>
            </a:lvl8pPr>
            <a:lvl9pPr>
              <a:defRPr sz="1950" b="0">
                <a:solidFill>
                  <a:srgbClr val="5F6D82"/>
                </a:solidFill>
                <a:latin typeface="Helvetica Neue"/>
                <a:ea typeface="Helvetica Neue"/>
                <a:cs typeface="Helvetica Neue"/>
              </a:defRPr>
            </a:lvl9pPr>
          </a:lstStyle>
          <a:p xmlns:a="http://schemas.openxmlformats.org/drawingml/2006/main">
            <a:pPr>
              <a:defRPr sz="1950" b="0">
                <a:solidFill>
                  <a:srgbClr val="5F6D82"/>
                </a:solidFill>
                <a:latin typeface="Helvetica Neue"/>
                <a:ea typeface="Helvetica Neue"/>
                <a:cs typeface="Helvetica Neue"/>
              </a:defRPr>
            </a:pPr>
            <a:r>
              <a:rPr sz="1950" b="0">
                <a:solidFill>
                  <a:srgbClr val="5F6D82"/>
                </a:solidFill>
                <a:latin typeface="Helvetica Neue"/>
                <a:ea typeface="Helvetica Neue"/>
                <a:cs typeface="Helvetica Neue"/>
              </a:rPr>
              <a:t>Домашняя практика ребёнка с участием родителя</a:t>
            </a:r>
          </a:p>
        </p:txBody>
      </p:sp>
      <p:sp>
        <p:nvSpPr>
          <p:cNvPr id="5" name="">
            <a:extLst xmlns:a="http://schemas.openxmlformats.org/drawingml/2006/main">
              <a:ext uri="{FF2B5EF4-FFF2-40B4-BE49-F238E27FC236}">
                <a16:creationId xmlns:a16="http://schemas.microsoft.com/office/drawing/2014/main" id="{74EF2B30-7883-4B11-A773-9740F36D0120}"/>
              </a:ext>
            </a:extLst>
          </p:cNvPr>
          <p:cNvSpPr>
            <a:spLocks xmlns:a="http://schemas.openxmlformats.org/drawingml/2006/main" noGrp="1"/>
          </p:cNvSpPr>
          <p:nvPr/>
        </p:nvSpPr>
        <p:spPr>
          <a:xfrm xmlns:a="http://schemas.openxmlformats.org/drawingml/2006/main">
            <a:off x="609600" y="2333625"/>
            <a:ext cx="4191000" cy="1905000"/>
          </a:xfrm>
          <a:prstGeom xmlns:a="http://schemas.openxmlformats.org/drawingml/2006/main" prst="roundRect">
            <a:avLst>
              <a:gd name="adj" fmla="val 6000"/>
            </a:avLst>
          </a:prstGeom>
          <a:solidFill xmlns:a="http://schemas.openxmlformats.org/drawingml/2006/main">
            <a:srgbClr val="EDF3FB"/>
          </a:solidFill>
          <a:ln xmlns:a="http://schemas.openxmlformats.org/drawingml/2006/main" w="14288">
            <a:solidFill>
              <a:srgbClr val="C9D8EB"/>
            </a:solidFill>
          </a:ln>
        </p:spPr>
      </p:sp>
      <p:sp>
        <p:nvSpPr>
          <p:cNvPr id="6" name="">
            <a:extLst xmlns:a="http://schemas.openxmlformats.org/drawingml/2006/main">
              <a:ext uri="{FF2B5EF4-FFF2-40B4-BE49-F238E27FC236}">
                <a16:creationId xmlns:a16="http://schemas.microsoft.com/office/drawing/2014/main" id="{8210975B-E008-4288-8BA0-79CDB7280ACF}"/>
              </a:ext>
            </a:extLst>
          </p:cNvPr>
          <p:cNvSpPr>
            <a:spLocks xmlns:a="http://schemas.openxmlformats.org/drawingml/2006/main" noGrp="1"/>
          </p:cNvSpPr>
          <p:nvPr/>
        </p:nvSpPr>
        <p:spPr>
          <a:xfrm xmlns:a="http://schemas.openxmlformats.org/drawingml/2006/main">
            <a:off x="819150" y="2524125"/>
            <a:ext cx="377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1. Вход на платформу</a:t>
            </a:r>
          </a:p>
        </p:txBody>
      </p:sp>
      <p:sp>
        <p:nvSpPr>
          <p:cNvPr id="7" name="">
            <a:extLst xmlns:a="http://schemas.openxmlformats.org/drawingml/2006/main">
              <a:ext uri="{FF2B5EF4-FFF2-40B4-BE49-F238E27FC236}">
                <a16:creationId xmlns:a16="http://schemas.microsoft.com/office/drawing/2014/main" id="{14D71EDC-CE44-4977-AEA3-D38D161EBE21}"/>
              </a:ext>
            </a:extLst>
          </p:cNvPr>
          <p:cNvSpPr>
            <a:spLocks xmlns:a="http://schemas.openxmlformats.org/drawingml/2006/main" noGrp="1"/>
          </p:cNvSpPr>
          <p:nvPr/>
        </p:nvSpPr>
        <p:spPr>
          <a:xfrm xmlns:a="http://schemas.openxmlformats.org/drawingml/2006/main">
            <a:off x="819150" y="3048000"/>
            <a:ext cx="377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Родитель регистрируется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или входит в аккаунт.</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Ребёнок входит по логину и PIN.</a:t>
            </a:r>
          </a:p>
        </p:txBody>
      </p:sp>
      <p:sp>
        <p:nvSpPr>
          <p:cNvPr id="8" name="">
            <a:extLst xmlns:a="http://schemas.openxmlformats.org/drawingml/2006/main">
              <a:ext uri="{FF2B5EF4-FFF2-40B4-BE49-F238E27FC236}">
                <a16:creationId xmlns:a16="http://schemas.microsoft.com/office/drawing/2014/main" id="{F29E54C5-72D0-4614-9352-C1A6C3138DF5}"/>
              </a:ext>
            </a:extLst>
          </p:cNvPr>
          <p:cNvSpPr>
            <a:spLocks xmlns:a="http://schemas.openxmlformats.org/drawingml/2006/main" noGrp="1"/>
          </p:cNvSpPr>
          <p:nvPr/>
        </p:nvSpPr>
        <p:spPr>
          <a:xfrm xmlns:a="http://schemas.openxmlformats.org/drawingml/2006/main">
            <a:off x="5524500" y="2333625"/>
            <a:ext cx="4191000" cy="1905000"/>
          </a:xfrm>
          <a:prstGeom xmlns:a="http://schemas.openxmlformats.org/drawingml/2006/main" prst="roundRect">
            <a:avLst>
              <a:gd name="adj" fmla="val 6000"/>
            </a:avLst>
          </a:prstGeom>
          <a:solidFill xmlns:a="http://schemas.openxmlformats.org/drawingml/2006/main">
            <a:srgbClr val="EDF3FB"/>
          </a:solidFill>
          <a:ln xmlns:a="http://schemas.openxmlformats.org/drawingml/2006/main" w="14288">
            <a:solidFill>
              <a:srgbClr val="C9D8EB"/>
            </a:solidFill>
          </a:ln>
        </p:spPr>
      </p:sp>
      <p:sp>
        <p:nvSpPr>
          <p:cNvPr id="9" name="">
            <a:extLst xmlns:a="http://schemas.openxmlformats.org/drawingml/2006/main">
              <a:ext uri="{FF2B5EF4-FFF2-40B4-BE49-F238E27FC236}">
                <a16:creationId xmlns:a16="http://schemas.microsoft.com/office/drawing/2014/main" id="{070C7C86-8D47-4A15-9712-7BB419601B32}"/>
              </a:ext>
            </a:extLst>
          </p:cNvPr>
          <p:cNvSpPr>
            <a:spLocks xmlns:a="http://schemas.openxmlformats.org/drawingml/2006/main" noGrp="1"/>
          </p:cNvSpPr>
          <p:nvPr/>
        </p:nvSpPr>
        <p:spPr>
          <a:xfrm xmlns:a="http://schemas.openxmlformats.org/drawingml/2006/main">
            <a:off x="5734050" y="2524125"/>
            <a:ext cx="377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2. Настройка профиля</a:t>
            </a:r>
          </a:p>
        </p:txBody>
      </p:sp>
      <p:sp>
        <p:nvSpPr>
          <p:cNvPr id="10" name="">
            <a:extLst xmlns:a="http://schemas.openxmlformats.org/drawingml/2006/main">
              <a:ext uri="{FF2B5EF4-FFF2-40B4-BE49-F238E27FC236}">
                <a16:creationId xmlns:a16="http://schemas.microsoft.com/office/drawing/2014/main" id="{5B894226-CC9B-450F-87C1-3028D19F83C8}"/>
              </a:ext>
            </a:extLst>
          </p:cNvPr>
          <p:cNvSpPr>
            <a:spLocks xmlns:a="http://schemas.openxmlformats.org/drawingml/2006/main" noGrp="1"/>
          </p:cNvSpPr>
          <p:nvPr/>
        </p:nvSpPr>
        <p:spPr>
          <a:xfrm xmlns:a="http://schemas.openxmlformats.org/drawingml/2006/main">
            <a:off x="5734050" y="3048000"/>
            <a:ext cx="377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Родитель создаёт профиль,</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настраивает согласия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 при желании детский доступ.</a:t>
            </a:r>
          </a:p>
        </p:txBody>
      </p:sp>
      <p:sp>
        <p:nvSpPr>
          <p:cNvPr id="11" name="">
            <a:extLst xmlns:a="http://schemas.openxmlformats.org/drawingml/2006/main">
              <a:ext uri="{FF2B5EF4-FFF2-40B4-BE49-F238E27FC236}">
                <a16:creationId xmlns:a16="http://schemas.microsoft.com/office/drawing/2014/main" id="{E4EA776D-2D49-4C8E-89A1-8F1B2C183C0E}"/>
              </a:ext>
            </a:extLst>
          </p:cNvPr>
          <p:cNvSpPr>
            <a:spLocks xmlns:a="http://schemas.openxmlformats.org/drawingml/2006/main" noGrp="1"/>
          </p:cNvSpPr>
          <p:nvPr/>
        </p:nvSpPr>
        <p:spPr>
          <a:xfrm xmlns:a="http://schemas.openxmlformats.org/drawingml/2006/main">
            <a:off x="10439400" y="2333625"/>
            <a:ext cx="4191000" cy="1905000"/>
          </a:xfrm>
          <a:prstGeom xmlns:a="http://schemas.openxmlformats.org/drawingml/2006/main" prst="roundRect">
            <a:avLst>
              <a:gd name="adj" fmla="val 6000"/>
            </a:avLst>
          </a:prstGeom>
          <a:solidFill xmlns:a="http://schemas.openxmlformats.org/drawingml/2006/main">
            <a:srgbClr val="EDF3FB"/>
          </a:solidFill>
          <a:ln xmlns:a="http://schemas.openxmlformats.org/drawingml/2006/main" w="14288">
            <a:solidFill>
              <a:srgbClr val="C9D8EB"/>
            </a:solidFill>
          </a:ln>
        </p:spPr>
      </p:sp>
      <p:sp>
        <p:nvSpPr>
          <p:cNvPr id="12" name="">
            <a:extLst xmlns:a="http://schemas.openxmlformats.org/drawingml/2006/main">
              <a:ext uri="{FF2B5EF4-FFF2-40B4-BE49-F238E27FC236}">
                <a16:creationId xmlns:a16="http://schemas.microsoft.com/office/drawing/2014/main" id="{1E0FEE44-0430-4C76-B7DC-7CCF63169907}"/>
              </a:ext>
            </a:extLst>
          </p:cNvPr>
          <p:cNvSpPr>
            <a:spLocks xmlns:a="http://schemas.openxmlformats.org/drawingml/2006/main" noGrp="1"/>
          </p:cNvSpPr>
          <p:nvPr/>
        </p:nvSpPr>
        <p:spPr>
          <a:xfrm xmlns:a="http://schemas.openxmlformats.org/drawingml/2006/main">
            <a:off x="10648950" y="2524125"/>
            <a:ext cx="377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3. Выбор плана</a:t>
            </a:r>
          </a:p>
        </p:txBody>
      </p:sp>
      <p:sp>
        <p:nvSpPr>
          <p:cNvPr id="13" name="">
            <a:extLst xmlns:a="http://schemas.openxmlformats.org/drawingml/2006/main">
              <a:ext uri="{FF2B5EF4-FFF2-40B4-BE49-F238E27FC236}">
                <a16:creationId xmlns:a16="http://schemas.microsoft.com/office/drawing/2014/main" id="{799E14D2-95F0-4286-A438-228BD201CFA4}"/>
              </a:ext>
            </a:extLst>
          </p:cNvPr>
          <p:cNvSpPr>
            <a:spLocks xmlns:a="http://schemas.openxmlformats.org/drawingml/2006/main" noGrp="1"/>
          </p:cNvSpPr>
          <p:nvPr/>
        </p:nvSpPr>
        <p:spPr>
          <a:xfrm xmlns:a="http://schemas.openxmlformats.org/drawingml/2006/main">
            <a:off x="10648950" y="3048000"/>
            <a:ext cx="377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Быстрый: выбрать 3, 5 или 10 мин.</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Под цель: задать цель и помощь,</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подготовить адаптивный план.</a:t>
            </a:r>
          </a:p>
        </p:txBody>
      </p:sp>
      <p:sp>
        <p:nvSpPr>
          <p:cNvPr id="14" name="">
            <a:extLst xmlns:a="http://schemas.openxmlformats.org/drawingml/2006/main">
              <a:ext uri="{FF2B5EF4-FFF2-40B4-BE49-F238E27FC236}">
                <a16:creationId xmlns:a16="http://schemas.microsoft.com/office/drawing/2014/main" id="{7A1287DA-BEE0-44EE-B869-9A34AB02D414}"/>
              </a:ext>
            </a:extLst>
          </p:cNvPr>
          <p:cNvSpPr>
            <a:spLocks xmlns:a="http://schemas.openxmlformats.org/drawingml/2006/main" noGrp="1"/>
          </p:cNvSpPr>
          <p:nvPr/>
        </p:nvSpPr>
        <p:spPr>
          <a:xfrm xmlns:a="http://schemas.openxmlformats.org/drawingml/2006/main">
            <a:off x="10439400" y="4810125"/>
            <a:ext cx="4191000" cy="1905000"/>
          </a:xfrm>
          <a:prstGeom xmlns:a="http://schemas.openxmlformats.org/drawingml/2006/main" prst="roundRect">
            <a:avLst>
              <a:gd name="adj" fmla="val 6000"/>
            </a:avLst>
          </a:prstGeom>
          <a:solidFill xmlns:a="http://schemas.openxmlformats.org/drawingml/2006/main">
            <a:srgbClr val="EDF3FB"/>
          </a:solidFill>
          <a:ln xmlns:a="http://schemas.openxmlformats.org/drawingml/2006/main" w="14288">
            <a:solidFill>
              <a:srgbClr val="C9D8EB"/>
            </a:solidFill>
          </a:ln>
        </p:spPr>
      </p:sp>
      <p:sp>
        <p:nvSpPr>
          <p:cNvPr id="15" name="">
            <a:extLst xmlns:a="http://schemas.openxmlformats.org/drawingml/2006/main">
              <a:ext uri="{FF2B5EF4-FFF2-40B4-BE49-F238E27FC236}">
                <a16:creationId xmlns:a16="http://schemas.microsoft.com/office/drawing/2014/main" id="{E5281DEC-967F-41EA-BE7D-E01387BEDF94}"/>
              </a:ext>
            </a:extLst>
          </p:cNvPr>
          <p:cNvSpPr>
            <a:spLocks xmlns:a="http://schemas.openxmlformats.org/drawingml/2006/main" noGrp="1"/>
          </p:cNvSpPr>
          <p:nvPr/>
        </p:nvSpPr>
        <p:spPr>
          <a:xfrm xmlns:a="http://schemas.openxmlformats.org/drawingml/2006/main">
            <a:off x="10648950" y="5000625"/>
            <a:ext cx="377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4. Практика ребёнка</a:t>
            </a:r>
          </a:p>
        </p:txBody>
      </p:sp>
      <p:sp>
        <p:nvSpPr>
          <p:cNvPr id="16" name="">
            <a:extLst xmlns:a="http://schemas.openxmlformats.org/drawingml/2006/main">
              <a:ext uri="{FF2B5EF4-FFF2-40B4-BE49-F238E27FC236}">
                <a16:creationId xmlns:a16="http://schemas.microsoft.com/office/drawing/2014/main" id="{66CFEF28-3F6B-49C0-8D6D-CDCC47D30312}"/>
              </a:ext>
            </a:extLst>
          </p:cNvPr>
          <p:cNvSpPr>
            <a:spLocks xmlns:a="http://schemas.openxmlformats.org/drawingml/2006/main" noGrp="1"/>
          </p:cNvSpPr>
          <p:nvPr/>
        </p:nvSpPr>
        <p:spPr>
          <a:xfrm xmlns:a="http://schemas.openxmlformats.org/drawingml/2006/main">
            <a:off x="10648950" y="5524500"/>
            <a:ext cx="377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Слушает и выбирает картинку</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или собирает AAC-сообщение.</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Можно повторить, отказаться,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сделать паузу и продолжить.</a:t>
            </a:r>
          </a:p>
        </p:txBody>
      </p:sp>
      <p:sp>
        <p:nvSpPr>
          <p:cNvPr id="17" name="">
            <a:extLst xmlns:a="http://schemas.openxmlformats.org/drawingml/2006/main">
              <a:ext uri="{FF2B5EF4-FFF2-40B4-BE49-F238E27FC236}">
                <a16:creationId xmlns:a16="http://schemas.microsoft.com/office/drawing/2014/main" id="{7BCDF752-FB8A-432B-BD70-D58C78BCF184}"/>
              </a:ext>
            </a:extLst>
          </p:cNvPr>
          <p:cNvSpPr>
            <a:spLocks xmlns:a="http://schemas.openxmlformats.org/drawingml/2006/main" noGrp="1"/>
          </p:cNvSpPr>
          <p:nvPr/>
        </p:nvSpPr>
        <p:spPr>
          <a:xfrm xmlns:a="http://schemas.openxmlformats.org/drawingml/2006/main">
            <a:off x="5524500" y="4810125"/>
            <a:ext cx="4191000" cy="1905000"/>
          </a:xfrm>
          <a:prstGeom xmlns:a="http://schemas.openxmlformats.org/drawingml/2006/main" prst="roundRect">
            <a:avLst>
              <a:gd name="adj" fmla="val 6000"/>
            </a:avLst>
          </a:prstGeom>
          <a:solidFill xmlns:a="http://schemas.openxmlformats.org/drawingml/2006/main">
            <a:srgbClr val="EDF3FB"/>
          </a:solidFill>
          <a:ln xmlns:a="http://schemas.openxmlformats.org/drawingml/2006/main" w="14288">
            <a:solidFill>
              <a:srgbClr val="C9D8EB"/>
            </a:solidFill>
          </a:ln>
        </p:spPr>
      </p:sp>
      <p:sp>
        <p:nvSpPr>
          <p:cNvPr id="18" name="">
            <a:extLst xmlns:a="http://schemas.openxmlformats.org/drawingml/2006/main">
              <a:ext uri="{FF2B5EF4-FFF2-40B4-BE49-F238E27FC236}">
                <a16:creationId xmlns:a16="http://schemas.microsoft.com/office/drawing/2014/main" id="{38605253-5BC2-465F-A041-A5033EB1C3B6}"/>
              </a:ext>
            </a:extLst>
          </p:cNvPr>
          <p:cNvSpPr>
            <a:spLocks xmlns:a="http://schemas.openxmlformats.org/drawingml/2006/main" noGrp="1"/>
          </p:cNvSpPr>
          <p:nvPr/>
        </p:nvSpPr>
        <p:spPr>
          <a:xfrm xmlns:a="http://schemas.openxmlformats.org/drawingml/2006/main">
            <a:off x="5734050" y="5000625"/>
            <a:ext cx="377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5. Результат занятия</a:t>
            </a:r>
          </a:p>
        </p:txBody>
      </p:sp>
      <p:sp>
        <p:nvSpPr>
          <p:cNvPr id="19" name="">
            <a:extLst xmlns:a="http://schemas.openxmlformats.org/drawingml/2006/main">
              <a:ext uri="{FF2B5EF4-FFF2-40B4-BE49-F238E27FC236}">
                <a16:creationId xmlns:a16="http://schemas.microsoft.com/office/drawing/2014/main" id="{EEA66A41-587A-467E-9C8F-1D86C4BAB294}"/>
              </a:ext>
            </a:extLst>
          </p:cNvPr>
          <p:cNvSpPr>
            <a:spLocks xmlns:a="http://schemas.openxmlformats.org/drawingml/2006/main" noGrp="1"/>
          </p:cNvSpPr>
          <p:nvPr/>
        </p:nvSpPr>
        <p:spPr>
          <a:xfrm xmlns:a="http://schemas.openxmlformats.org/drawingml/2006/main">
            <a:off x="5734050" y="5524500"/>
            <a:ext cx="377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Система сохраняет ответы,</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помощь и статус попытки.</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Ребёнок видит завершение</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 может выбрать следующий шаг.</a:t>
            </a:r>
          </a:p>
        </p:txBody>
      </p:sp>
      <p:sp>
        <p:nvSpPr>
          <p:cNvPr id="20" name="">
            <a:extLst xmlns:a="http://schemas.openxmlformats.org/drawingml/2006/main">
              <a:ext uri="{FF2B5EF4-FFF2-40B4-BE49-F238E27FC236}">
                <a16:creationId xmlns:a16="http://schemas.microsoft.com/office/drawing/2014/main" id="{9C955C15-68DC-4DC6-ACB6-CBA8C120BB8C}"/>
              </a:ext>
            </a:extLst>
          </p:cNvPr>
          <p:cNvSpPr>
            <a:spLocks xmlns:a="http://schemas.openxmlformats.org/drawingml/2006/main" noGrp="1"/>
          </p:cNvSpPr>
          <p:nvPr/>
        </p:nvSpPr>
        <p:spPr>
          <a:xfrm xmlns:a="http://schemas.openxmlformats.org/drawingml/2006/main">
            <a:off x="609600" y="4810125"/>
            <a:ext cx="4191000" cy="1905000"/>
          </a:xfrm>
          <a:prstGeom xmlns:a="http://schemas.openxmlformats.org/drawingml/2006/main" prst="roundRect">
            <a:avLst>
              <a:gd name="adj" fmla="val 6000"/>
            </a:avLst>
          </a:prstGeom>
          <a:solidFill xmlns:a="http://schemas.openxmlformats.org/drawingml/2006/main">
            <a:srgbClr val="EDF6F1"/>
          </a:solidFill>
          <a:ln xmlns:a="http://schemas.openxmlformats.org/drawingml/2006/main" w="14288">
            <a:solidFill>
              <a:srgbClr val="BCD8CA"/>
            </a:solidFill>
          </a:ln>
        </p:spPr>
      </p:sp>
      <p:sp>
        <p:nvSpPr>
          <p:cNvPr id="21" name="">
            <a:extLst xmlns:a="http://schemas.openxmlformats.org/drawingml/2006/main">
              <a:ext uri="{FF2B5EF4-FFF2-40B4-BE49-F238E27FC236}">
                <a16:creationId xmlns:a16="http://schemas.microsoft.com/office/drawing/2014/main" id="{EBDAF4EC-B816-4575-A86A-93EC17FE4733}"/>
              </a:ext>
            </a:extLst>
          </p:cNvPr>
          <p:cNvSpPr>
            <a:spLocks xmlns:a="http://schemas.openxmlformats.org/drawingml/2006/main" noGrp="1"/>
          </p:cNvSpPr>
          <p:nvPr/>
        </p:nvSpPr>
        <p:spPr>
          <a:xfrm xmlns:a="http://schemas.openxmlformats.org/drawingml/2006/main">
            <a:off x="819150" y="5000625"/>
            <a:ext cx="377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347565"/>
                </a:solidFill>
                <a:latin typeface="Helvetica Neue"/>
                <a:ea typeface="Helvetica Neue"/>
                <a:cs typeface="Helvetica Neue"/>
              </a:defRPr>
            </a:defPPr>
            <a:lvl1pPr>
              <a:defRPr sz="2100" b="1">
                <a:solidFill>
                  <a:srgbClr val="347565"/>
                </a:solidFill>
                <a:latin typeface="Helvetica Neue"/>
                <a:ea typeface="Helvetica Neue"/>
                <a:cs typeface="Helvetica Neue"/>
              </a:defRPr>
            </a:lvl1pPr>
            <a:lvl2pPr>
              <a:defRPr sz="2100" b="1">
                <a:solidFill>
                  <a:srgbClr val="347565"/>
                </a:solidFill>
                <a:latin typeface="Helvetica Neue"/>
                <a:ea typeface="Helvetica Neue"/>
                <a:cs typeface="Helvetica Neue"/>
              </a:defRPr>
            </a:lvl2pPr>
            <a:lvl3pPr>
              <a:defRPr sz="2100" b="1">
                <a:solidFill>
                  <a:srgbClr val="347565"/>
                </a:solidFill>
                <a:latin typeface="Helvetica Neue"/>
                <a:ea typeface="Helvetica Neue"/>
                <a:cs typeface="Helvetica Neue"/>
              </a:defRPr>
            </a:lvl3pPr>
            <a:lvl4pPr>
              <a:defRPr sz="2100" b="1">
                <a:solidFill>
                  <a:srgbClr val="347565"/>
                </a:solidFill>
                <a:latin typeface="Helvetica Neue"/>
                <a:ea typeface="Helvetica Neue"/>
                <a:cs typeface="Helvetica Neue"/>
              </a:defRPr>
            </a:lvl4pPr>
            <a:lvl5pPr>
              <a:defRPr sz="2100" b="1">
                <a:solidFill>
                  <a:srgbClr val="347565"/>
                </a:solidFill>
                <a:latin typeface="Helvetica Neue"/>
                <a:ea typeface="Helvetica Neue"/>
                <a:cs typeface="Helvetica Neue"/>
              </a:defRPr>
            </a:lvl5pPr>
            <a:lvl6pPr>
              <a:defRPr sz="2100" b="1">
                <a:solidFill>
                  <a:srgbClr val="347565"/>
                </a:solidFill>
                <a:latin typeface="Helvetica Neue"/>
                <a:ea typeface="Helvetica Neue"/>
                <a:cs typeface="Helvetica Neue"/>
              </a:defRPr>
            </a:lvl6pPr>
            <a:lvl7pPr>
              <a:defRPr sz="2100" b="1">
                <a:solidFill>
                  <a:srgbClr val="347565"/>
                </a:solidFill>
                <a:latin typeface="Helvetica Neue"/>
                <a:ea typeface="Helvetica Neue"/>
                <a:cs typeface="Helvetica Neue"/>
              </a:defRPr>
            </a:lvl7pPr>
            <a:lvl8pPr>
              <a:defRPr sz="2100" b="1">
                <a:solidFill>
                  <a:srgbClr val="347565"/>
                </a:solidFill>
                <a:latin typeface="Helvetica Neue"/>
                <a:ea typeface="Helvetica Neue"/>
                <a:cs typeface="Helvetica Neue"/>
              </a:defRPr>
            </a:lvl8pPr>
            <a:lvl9pPr>
              <a:defRPr sz="2100" b="1">
                <a:solidFill>
                  <a:srgbClr val="347565"/>
                </a:solidFill>
                <a:latin typeface="Helvetica Neue"/>
                <a:ea typeface="Helvetica Neue"/>
                <a:cs typeface="Helvetica Neue"/>
              </a:defRPr>
            </a:lvl9pPr>
          </a:lstStyle>
          <a:p xmlns:a="http://schemas.openxmlformats.org/drawingml/2006/main">
            <a:pPr>
              <a:defRPr sz="2100" b="1">
                <a:solidFill>
                  <a:srgbClr val="347565"/>
                </a:solidFill>
                <a:latin typeface="Helvetica Neue"/>
                <a:ea typeface="Helvetica Neue"/>
                <a:cs typeface="Helvetica Neue"/>
              </a:defRPr>
            </a:pPr>
            <a:r>
              <a:rPr sz="2100" b="1">
                <a:solidFill>
                  <a:srgbClr val="347565"/>
                </a:solidFill>
                <a:latin typeface="Helvetica Neue"/>
                <a:ea typeface="Helvetica Neue"/>
                <a:cs typeface="Helvetica Neue"/>
              </a:rPr>
              <a:t>6. Обратная связь семье</a:t>
            </a:r>
          </a:p>
        </p:txBody>
      </p:sp>
      <p:sp>
        <p:nvSpPr>
          <p:cNvPr id="22" name="">
            <a:extLst xmlns:a="http://schemas.openxmlformats.org/drawingml/2006/main">
              <a:ext uri="{FF2B5EF4-FFF2-40B4-BE49-F238E27FC236}">
                <a16:creationId xmlns:a16="http://schemas.microsoft.com/office/drawing/2014/main" id="{CAA0ACBF-EB15-44DA-8A44-197505B5D312}"/>
              </a:ext>
            </a:extLst>
          </p:cNvPr>
          <p:cNvSpPr>
            <a:spLocks xmlns:a="http://schemas.openxmlformats.org/drawingml/2006/main" noGrp="1"/>
          </p:cNvSpPr>
          <p:nvPr/>
        </p:nvSpPr>
        <p:spPr>
          <a:xfrm xmlns:a="http://schemas.openxmlformats.org/drawingml/2006/main">
            <a:off x="819150" y="5524500"/>
            <a:ext cx="3771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Родитель просматривает историю</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 добавляет бытовые наблюдения.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Обновляет цель и готовит</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следующее занятие.</a:t>
            </a:r>
          </a:p>
        </p:txBody>
      </p:sp>
      <p:cxnSp>
        <p:nvCxnSpPr>
          <p:cNvPr id="28" name="">
            <a:extLst xmlns:a="http://schemas.openxmlformats.org/drawingml/2006/main">
              <a:ext uri="{FF2B5EF4-FFF2-40B4-BE49-F238E27FC236}">
                <a16:creationId xmlns:a16="http://schemas.microsoft.com/office/drawing/2014/main" id="{ECA76590-B71E-4142-993E-1BC4F337445D}"/>
              </a:ext>
            </a:extLst>
          </p:cNvPr>
          <p:cNvCxnSpPr/>
          <p:nvPr/>
        </p:nvCxnSpPr>
        <p:spPr>
          <a:xfrm xmlns:a="http://schemas.openxmlformats.org/drawingml/2006/main">
            <a:off x="2705100" y="6715125"/>
            <a:ext cx="0" cy="428625"/>
          </a:xfrm>
          <a:prstGeom xmlns:a="http://schemas.openxmlformats.org/drawingml/2006/main" prst="straightConnector1">
            <a:avLst/>
          </a:prstGeom>
          <a:ln xmlns:a="http://schemas.openxmlformats.org/drawingml/2006/main" w="23813">
            <a:solidFill>
              <a:srgbClr val="347565"/>
            </a:solidFill>
            <a:tailEnd type="arrow" w="med" len="med"/>
          </a:ln>
        </p:spPr>
      </p:cxnSp>
      <p:cxnSp>
        <p:nvCxnSpPr>
          <p:cNvPr id="29" name="">
            <a:extLst xmlns:a="http://schemas.openxmlformats.org/drawingml/2006/main">
              <a:ext uri="{FF2B5EF4-FFF2-40B4-BE49-F238E27FC236}">
                <a16:creationId xmlns:a16="http://schemas.microsoft.com/office/drawing/2014/main" id="{8BD92DE9-388D-4FDD-9E42-7236428856C9}"/>
              </a:ext>
            </a:extLst>
          </p:cNvPr>
          <p:cNvCxnSpPr/>
          <p:nvPr/>
        </p:nvCxnSpPr>
        <p:spPr>
          <a:xfrm xmlns:a="http://schemas.openxmlformats.org/drawingml/2006/main">
            <a:off x="2705100" y="7143750"/>
            <a:ext cx="7372350" cy="0"/>
          </a:xfrm>
          <a:prstGeom xmlns:a="http://schemas.openxmlformats.org/drawingml/2006/main" prst="straightConnector1">
            <a:avLst/>
          </a:prstGeom>
          <a:ln xmlns:a="http://schemas.openxmlformats.org/drawingml/2006/main" w="23813">
            <a:solidFill>
              <a:srgbClr val="347565"/>
            </a:solidFill>
            <a:tailEnd type="arrow" w="med" len="med"/>
          </a:ln>
        </p:spPr>
      </p:cxnSp>
      <p:cxnSp>
        <p:nvCxnSpPr>
          <p:cNvPr id="30" name="">
            <a:extLst xmlns:a="http://schemas.openxmlformats.org/drawingml/2006/main">
              <a:ext uri="{FF2B5EF4-FFF2-40B4-BE49-F238E27FC236}">
                <a16:creationId xmlns:a16="http://schemas.microsoft.com/office/drawing/2014/main" id="{E55A9DCE-573F-42ED-9378-6732727F856C}"/>
              </a:ext>
            </a:extLst>
          </p:cNvPr>
          <p:cNvCxnSpPr/>
          <p:nvPr/>
        </p:nvCxnSpPr>
        <p:spPr>
          <a:xfrm xmlns:a="http://schemas.openxmlformats.org/drawingml/2006/main">
            <a:off x="10077450" y="3219450"/>
            <a:ext cx="0" cy="3924300"/>
          </a:xfrm>
          <a:prstGeom xmlns:a="http://schemas.openxmlformats.org/drawingml/2006/main" prst="straightConnector1">
            <a:avLst/>
          </a:prstGeom>
          <a:ln xmlns:a="http://schemas.openxmlformats.org/drawingml/2006/main" w="23813">
            <a:solidFill>
              <a:srgbClr val="347565"/>
            </a:solidFill>
            <a:headEnd type="arrow" w="med" len="med"/>
          </a:ln>
        </p:spPr>
      </p:cxnSp>
      <p:cxnSp>
        <p:nvCxnSpPr>
          <p:cNvPr id="31" name="">
            <a:extLst xmlns:a="http://schemas.openxmlformats.org/drawingml/2006/main">
              <a:ext uri="{FF2B5EF4-FFF2-40B4-BE49-F238E27FC236}">
                <a16:creationId xmlns:a16="http://schemas.microsoft.com/office/drawing/2014/main" id="{C6DA5B53-B251-42A2-9077-1781543645A7}"/>
              </a:ext>
            </a:extLst>
          </p:cNvPr>
          <p:cNvCxnSpPr/>
          <p:nvPr/>
        </p:nvCxnSpPr>
        <p:spPr>
          <a:xfrm xmlns:a="http://schemas.openxmlformats.org/drawingml/2006/main">
            <a:off x="10077450" y="3219450"/>
            <a:ext cx="361950" cy="0"/>
          </a:xfrm>
          <a:prstGeom xmlns:a="http://schemas.openxmlformats.org/drawingml/2006/main" prst="straightConnector1">
            <a:avLst/>
          </a:prstGeom>
          <a:ln xmlns:a="http://schemas.openxmlformats.org/drawingml/2006/main" w="23813">
            <a:solidFill>
              <a:srgbClr val="347565"/>
            </a:solidFill>
            <a:tailEnd type="arrow" w="med" len="med"/>
          </a:ln>
        </p:spPr>
      </p:cxnSp>
      <p:sp>
        <p:nvSpPr>
          <p:cNvPr id="32" name="">
            <a:extLst xmlns:a="http://schemas.openxmlformats.org/drawingml/2006/main">
              <a:ext uri="{FF2B5EF4-FFF2-40B4-BE49-F238E27FC236}">
                <a16:creationId xmlns:a16="http://schemas.microsoft.com/office/drawing/2014/main" id="{0EE8F9DA-F57E-47C6-BED4-DCF22AD56A25}"/>
              </a:ext>
            </a:extLst>
          </p:cNvPr>
          <p:cNvSpPr>
            <a:spLocks xmlns:a="http://schemas.openxmlformats.org/drawingml/2006/main" noGrp="1"/>
          </p:cNvSpPr>
          <p:nvPr/>
        </p:nvSpPr>
        <p:spPr>
          <a:xfrm xmlns:a="http://schemas.openxmlformats.org/drawingml/2006/main">
            <a:off x="3714750" y="6791325"/>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47565"/>
                </a:solidFill>
                <a:latin typeface="Helvetica Neue"/>
                <a:ea typeface="Helvetica Neue"/>
                <a:cs typeface="Helvetica Neue"/>
              </a:defRPr>
            </a:defPPr>
            <a:lvl1pPr>
              <a:defRPr sz="1800" b="1">
                <a:solidFill>
                  <a:srgbClr val="347565"/>
                </a:solidFill>
                <a:latin typeface="Helvetica Neue"/>
                <a:ea typeface="Helvetica Neue"/>
                <a:cs typeface="Helvetica Neue"/>
              </a:defRPr>
            </a:lvl1pPr>
            <a:lvl2pPr>
              <a:defRPr sz="1800" b="1">
                <a:solidFill>
                  <a:srgbClr val="347565"/>
                </a:solidFill>
                <a:latin typeface="Helvetica Neue"/>
                <a:ea typeface="Helvetica Neue"/>
                <a:cs typeface="Helvetica Neue"/>
              </a:defRPr>
            </a:lvl2pPr>
            <a:lvl3pPr>
              <a:defRPr sz="1800" b="1">
                <a:solidFill>
                  <a:srgbClr val="347565"/>
                </a:solidFill>
                <a:latin typeface="Helvetica Neue"/>
                <a:ea typeface="Helvetica Neue"/>
                <a:cs typeface="Helvetica Neue"/>
              </a:defRPr>
            </a:lvl3pPr>
            <a:lvl4pPr>
              <a:defRPr sz="1800" b="1">
                <a:solidFill>
                  <a:srgbClr val="347565"/>
                </a:solidFill>
                <a:latin typeface="Helvetica Neue"/>
                <a:ea typeface="Helvetica Neue"/>
                <a:cs typeface="Helvetica Neue"/>
              </a:defRPr>
            </a:lvl4pPr>
            <a:lvl5pPr>
              <a:defRPr sz="1800" b="1">
                <a:solidFill>
                  <a:srgbClr val="347565"/>
                </a:solidFill>
                <a:latin typeface="Helvetica Neue"/>
                <a:ea typeface="Helvetica Neue"/>
                <a:cs typeface="Helvetica Neue"/>
              </a:defRPr>
            </a:lvl5pPr>
            <a:lvl6pPr>
              <a:defRPr sz="1800" b="1">
                <a:solidFill>
                  <a:srgbClr val="347565"/>
                </a:solidFill>
                <a:latin typeface="Helvetica Neue"/>
                <a:ea typeface="Helvetica Neue"/>
                <a:cs typeface="Helvetica Neue"/>
              </a:defRPr>
            </a:lvl6pPr>
            <a:lvl7pPr>
              <a:defRPr sz="1800" b="1">
                <a:solidFill>
                  <a:srgbClr val="347565"/>
                </a:solidFill>
                <a:latin typeface="Helvetica Neue"/>
                <a:ea typeface="Helvetica Neue"/>
                <a:cs typeface="Helvetica Neue"/>
              </a:defRPr>
            </a:lvl7pPr>
            <a:lvl8pPr>
              <a:defRPr sz="1800" b="1">
                <a:solidFill>
                  <a:srgbClr val="347565"/>
                </a:solidFill>
                <a:latin typeface="Helvetica Neue"/>
                <a:ea typeface="Helvetica Neue"/>
                <a:cs typeface="Helvetica Neue"/>
              </a:defRPr>
            </a:lvl8pPr>
            <a:lvl9pPr>
              <a:defRPr sz="1800" b="1">
                <a:solidFill>
                  <a:srgbClr val="347565"/>
                </a:solidFill>
                <a:latin typeface="Helvetica Neue"/>
                <a:ea typeface="Helvetica Neue"/>
                <a:cs typeface="Helvetica Neue"/>
              </a:defRPr>
            </a:lvl9pPr>
          </a:lstStyle>
          <a:p xmlns:a="http://schemas.openxmlformats.org/drawingml/2006/main">
            <a:pPr>
              <a:defRPr sz="1800" b="1">
                <a:solidFill>
                  <a:srgbClr val="347565"/>
                </a:solidFill>
                <a:latin typeface="Helvetica Neue"/>
                <a:ea typeface="Helvetica Neue"/>
                <a:cs typeface="Helvetica Neue"/>
              </a:defRPr>
            </a:pPr>
            <a:r>
              <a:rPr sz="1800" b="1">
                <a:solidFill>
                  <a:srgbClr val="347565"/>
                </a:solidFill>
                <a:latin typeface="Helvetica Neue"/>
                <a:ea typeface="Helvetica Neue"/>
                <a:cs typeface="Helvetica Neue"/>
              </a:rPr>
              <a:t>Новый план учитывает накопленные результаты</a:t>
            </a:r>
          </a:p>
        </p:txBody>
      </p:sp>
      <p:sp>
        <p:nvSpPr>
          <p:cNvPr id="33" name="">
            <a:extLst xmlns:a="http://schemas.openxmlformats.org/drawingml/2006/main">
              <a:ext uri="{FF2B5EF4-FFF2-40B4-BE49-F238E27FC236}">
                <a16:creationId xmlns:a16="http://schemas.microsoft.com/office/drawing/2014/main" id="{DAFBEA9D-BC74-461D-B683-E687A89614EC}"/>
              </a:ext>
            </a:extLst>
          </p:cNvPr>
          <p:cNvSpPr>
            <a:spLocks xmlns:a="http://schemas.openxmlformats.org/drawingml/2006/main" noGrp="1"/>
          </p:cNvSpPr>
          <p:nvPr/>
        </p:nvSpPr>
        <p:spPr>
          <a:xfrm xmlns:a="http://schemas.openxmlformats.org/drawingml/2006/main">
            <a:off x="609600" y="7572375"/>
            <a:ext cx="14020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68C7"/>
                </a:solidFill>
                <a:latin typeface="Helvetica Neue"/>
                <a:ea typeface="Helvetica Neue"/>
                <a:cs typeface="Helvetica Neue"/>
              </a:defRPr>
            </a:defPPr>
            <a:lvl1pPr>
              <a:defRPr sz="1875" b="1">
                <a:solidFill>
                  <a:srgbClr val="1668C7"/>
                </a:solidFill>
                <a:latin typeface="Helvetica Neue"/>
                <a:ea typeface="Helvetica Neue"/>
                <a:cs typeface="Helvetica Neue"/>
              </a:defRPr>
            </a:lvl1pPr>
            <a:lvl2pPr>
              <a:defRPr sz="1875" b="1">
                <a:solidFill>
                  <a:srgbClr val="1668C7"/>
                </a:solidFill>
                <a:latin typeface="Helvetica Neue"/>
                <a:ea typeface="Helvetica Neue"/>
                <a:cs typeface="Helvetica Neue"/>
              </a:defRPr>
            </a:lvl2pPr>
            <a:lvl3pPr>
              <a:defRPr sz="1875" b="1">
                <a:solidFill>
                  <a:srgbClr val="1668C7"/>
                </a:solidFill>
                <a:latin typeface="Helvetica Neue"/>
                <a:ea typeface="Helvetica Neue"/>
                <a:cs typeface="Helvetica Neue"/>
              </a:defRPr>
            </a:lvl3pPr>
            <a:lvl4pPr>
              <a:defRPr sz="1875" b="1">
                <a:solidFill>
                  <a:srgbClr val="1668C7"/>
                </a:solidFill>
                <a:latin typeface="Helvetica Neue"/>
                <a:ea typeface="Helvetica Neue"/>
                <a:cs typeface="Helvetica Neue"/>
              </a:defRPr>
            </a:lvl4pPr>
            <a:lvl5pPr>
              <a:defRPr sz="1875" b="1">
                <a:solidFill>
                  <a:srgbClr val="1668C7"/>
                </a:solidFill>
                <a:latin typeface="Helvetica Neue"/>
                <a:ea typeface="Helvetica Neue"/>
                <a:cs typeface="Helvetica Neue"/>
              </a:defRPr>
            </a:lvl5pPr>
            <a:lvl6pPr>
              <a:defRPr sz="1875" b="1">
                <a:solidFill>
                  <a:srgbClr val="1668C7"/>
                </a:solidFill>
                <a:latin typeface="Helvetica Neue"/>
                <a:ea typeface="Helvetica Neue"/>
                <a:cs typeface="Helvetica Neue"/>
              </a:defRPr>
            </a:lvl6pPr>
            <a:lvl7pPr>
              <a:defRPr sz="1875" b="1">
                <a:solidFill>
                  <a:srgbClr val="1668C7"/>
                </a:solidFill>
                <a:latin typeface="Helvetica Neue"/>
                <a:ea typeface="Helvetica Neue"/>
                <a:cs typeface="Helvetica Neue"/>
              </a:defRPr>
            </a:lvl7pPr>
            <a:lvl8pPr>
              <a:defRPr sz="1875" b="1">
                <a:solidFill>
                  <a:srgbClr val="1668C7"/>
                </a:solidFill>
                <a:latin typeface="Helvetica Neue"/>
                <a:ea typeface="Helvetica Neue"/>
                <a:cs typeface="Helvetica Neue"/>
              </a:defRPr>
            </a:lvl8pPr>
            <a:lvl9pPr>
              <a:defRPr sz="1875" b="1">
                <a:solidFill>
                  <a:srgbClr val="1668C7"/>
                </a:solidFill>
                <a:latin typeface="Helvetica Neue"/>
                <a:ea typeface="Helvetica Neue"/>
                <a:cs typeface="Helvetica Neue"/>
              </a:defRPr>
            </a:lvl9pPr>
          </a:lstStyle>
          <a:p xmlns:a="http://schemas.openxmlformats.org/drawingml/2006/main">
            <a:pPr>
              <a:defRPr sz="1875" b="1">
                <a:solidFill>
                  <a:srgbClr val="1668C7"/>
                </a:solidFill>
                <a:latin typeface="Helvetica Neue"/>
                <a:ea typeface="Helvetica Neue"/>
                <a:cs typeface="Helvetica Neue"/>
              </a:defRPr>
            </a:pPr>
            <a:r>
              <a:rPr sz="1875" b="1">
                <a:solidFill>
                  <a:srgbClr val="1668C7"/>
                </a:solidFill>
                <a:latin typeface="Helvetica Neue"/>
                <a:ea typeface="Helvetica Neue"/>
                <a:cs typeface="Helvetica Neue"/>
              </a:rPr>
              <a:t>AAC доступна отдельно от занятия: карточки, сборка фразы, озвучивание сообщения.</a:t>
            </a:r>
          </a:p>
        </p:txBody>
      </p:sp>
      <p:sp>
        <p:nvSpPr>
          <p:cNvPr id="34" name="">
            <a:extLst xmlns:a="http://schemas.openxmlformats.org/drawingml/2006/main">
              <a:ext uri="{FF2B5EF4-FFF2-40B4-BE49-F238E27FC236}">
                <a16:creationId xmlns:a16="http://schemas.microsoft.com/office/drawing/2014/main" id="{09AB632B-D4BA-440B-A023-3590F6F879B6}"/>
              </a:ext>
            </a:extLst>
          </p:cNvPr>
          <p:cNvSpPr>
            <a:spLocks xmlns:a="http://schemas.openxmlformats.org/drawingml/2006/main" noGrp="1"/>
          </p:cNvSpPr>
          <p:nvPr/>
        </p:nvSpPr>
        <p:spPr>
          <a:xfrm xmlns:a="http://schemas.openxmlformats.org/drawingml/2006/main">
            <a:off x="609600" y="8001000"/>
            <a:ext cx="1402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F6D82"/>
                </a:solidFill>
                <a:latin typeface="Helvetica Neue"/>
                <a:ea typeface="Helvetica Neue"/>
                <a:cs typeface="Helvetica Neue"/>
              </a:defRPr>
            </a:defPPr>
            <a:lvl1pPr>
              <a:defRPr sz="1575" b="0">
                <a:solidFill>
                  <a:srgbClr val="5F6D82"/>
                </a:solidFill>
                <a:latin typeface="Helvetica Neue"/>
                <a:ea typeface="Helvetica Neue"/>
                <a:cs typeface="Helvetica Neue"/>
              </a:defRPr>
            </a:lvl1pPr>
            <a:lvl2pPr>
              <a:defRPr sz="1575" b="0">
                <a:solidFill>
                  <a:srgbClr val="5F6D82"/>
                </a:solidFill>
                <a:latin typeface="Helvetica Neue"/>
                <a:ea typeface="Helvetica Neue"/>
                <a:cs typeface="Helvetica Neue"/>
              </a:defRPr>
            </a:lvl2pPr>
            <a:lvl3pPr>
              <a:defRPr sz="1575" b="0">
                <a:solidFill>
                  <a:srgbClr val="5F6D82"/>
                </a:solidFill>
                <a:latin typeface="Helvetica Neue"/>
                <a:ea typeface="Helvetica Neue"/>
                <a:cs typeface="Helvetica Neue"/>
              </a:defRPr>
            </a:lvl3pPr>
            <a:lvl4pPr>
              <a:defRPr sz="1575" b="0">
                <a:solidFill>
                  <a:srgbClr val="5F6D82"/>
                </a:solidFill>
                <a:latin typeface="Helvetica Neue"/>
                <a:ea typeface="Helvetica Neue"/>
                <a:cs typeface="Helvetica Neue"/>
              </a:defRPr>
            </a:lvl4pPr>
            <a:lvl5pPr>
              <a:defRPr sz="1575" b="0">
                <a:solidFill>
                  <a:srgbClr val="5F6D82"/>
                </a:solidFill>
                <a:latin typeface="Helvetica Neue"/>
                <a:ea typeface="Helvetica Neue"/>
                <a:cs typeface="Helvetica Neue"/>
              </a:defRPr>
            </a:lvl5pPr>
            <a:lvl6pPr>
              <a:defRPr sz="1575" b="0">
                <a:solidFill>
                  <a:srgbClr val="5F6D82"/>
                </a:solidFill>
                <a:latin typeface="Helvetica Neue"/>
                <a:ea typeface="Helvetica Neue"/>
                <a:cs typeface="Helvetica Neue"/>
              </a:defRPr>
            </a:lvl6pPr>
            <a:lvl7pPr>
              <a:defRPr sz="1575" b="0">
                <a:solidFill>
                  <a:srgbClr val="5F6D82"/>
                </a:solidFill>
                <a:latin typeface="Helvetica Neue"/>
                <a:ea typeface="Helvetica Neue"/>
                <a:cs typeface="Helvetica Neue"/>
              </a:defRPr>
            </a:lvl7pPr>
            <a:lvl8pPr>
              <a:defRPr sz="1575" b="0">
                <a:solidFill>
                  <a:srgbClr val="5F6D82"/>
                </a:solidFill>
                <a:latin typeface="Helvetica Neue"/>
                <a:ea typeface="Helvetica Neue"/>
                <a:cs typeface="Helvetica Neue"/>
              </a:defRPr>
            </a:lvl8pPr>
            <a:lvl9pPr>
              <a:defRPr sz="1575" b="0">
                <a:solidFill>
                  <a:srgbClr val="5F6D82"/>
                </a:solidFill>
                <a:latin typeface="Helvetica Neue"/>
                <a:ea typeface="Helvetica Neue"/>
                <a:cs typeface="Helvetica Neue"/>
              </a:defRPr>
            </a:lvl9pPr>
          </a:lstStyle>
          <a:p xmlns:a="http://schemas.openxmlformats.org/drawingml/2006/main">
            <a:pPr>
              <a:defRPr sz="1575" b="0">
                <a:solidFill>
                  <a:srgbClr val="5F6D82"/>
                </a:solidFill>
                <a:latin typeface="Helvetica Neue"/>
                <a:ea typeface="Helvetica Neue"/>
                <a:cs typeface="Helvetica Neue"/>
              </a:defRPr>
            </a:pPr>
            <a:r>
              <a:rPr sz="1575" b="0">
                <a:solidFill>
                  <a:srgbClr val="5F6D82"/>
                </a:solidFill>
                <a:latin typeface="Helvetica Neue"/>
                <a:ea typeface="Helvetica Neue"/>
                <a:cs typeface="Helvetica Neue"/>
              </a:rPr>
              <a:t>Отказ и перерыв не считаются ошибками. Предпросмотр взрослого не попадает в результаты ребёнка.</a:t>
            </a:r>
          </a:p>
        </p:txBody>
      </p:sp>
    </p:spTree>
    <p:extLst>
      <p:ext uri="{BB962C8B-B14F-4D97-AF65-F5344CB8AC3E}">
        <p14:creationId xmlns:p14="http://schemas.microsoft.com/office/powerpoint/2010/main" val="156695736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2C2758FD-FD87-42CD-9E90-7229FC5C48EF}"/>
              </a:ext>
            </a:extLst>
          </p:cNvPr>
          <p:cNvCxnSpPr>
            <a:stCxn xmlns:a="http://schemas.openxmlformats.org/drawingml/2006/main" id="32" idx="3"/>
            <a:endCxn xmlns:a="http://schemas.openxmlformats.org/drawingml/2006/main" id="35" idx="1"/>
          </p:cNvCxnSpPr>
          <p:nvPr/>
        </p:nvCxnSpPr>
        <p:spPr>
          <a:xfrm xmlns:a="http://schemas.openxmlformats.org/drawingml/2006/main">
            <a:off x="11010900" y="6929438"/>
            <a:ext cx="4572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39" name="">
            <a:extLst xmlns:a="http://schemas.openxmlformats.org/drawingml/2006/main">
              <a:ext uri="{FF2B5EF4-FFF2-40B4-BE49-F238E27FC236}">
                <a16:creationId xmlns:a16="http://schemas.microsoft.com/office/drawing/2014/main" id="{3D750E53-F59E-4381-A277-43903C772697}"/>
              </a:ext>
            </a:extLst>
          </p:cNvPr>
          <p:cNvCxnSpPr>
            <a:stCxn xmlns:a="http://schemas.openxmlformats.org/drawingml/2006/main" id="29" idx="3"/>
            <a:endCxn xmlns:a="http://schemas.openxmlformats.org/drawingml/2006/main" id="32" idx="1"/>
          </p:cNvCxnSpPr>
          <p:nvPr/>
        </p:nvCxnSpPr>
        <p:spPr>
          <a:xfrm xmlns:a="http://schemas.openxmlformats.org/drawingml/2006/main">
            <a:off x="7391400" y="6929438"/>
            <a:ext cx="4572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38" name="">
            <a:extLst xmlns:a="http://schemas.openxmlformats.org/drawingml/2006/main">
              <a:ext uri="{FF2B5EF4-FFF2-40B4-BE49-F238E27FC236}">
                <a16:creationId xmlns:a16="http://schemas.microsoft.com/office/drawing/2014/main" id="{104BF3D8-786A-40EA-9586-BBD5C2E5BE35}"/>
              </a:ext>
            </a:extLst>
          </p:cNvPr>
          <p:cNvCxnSpPr>
            <a:stCxn xmlns:a="http://schemas.openxmlformats.org/drawingml/2006/main" id="26" idx="3"/>
            <a:endCxn xmlns:a="http://schemas.openxmlformats.org/drawingml/2006/main" id="29" idx="1"/>
          </p:cNvCxnSpPr>
          <p:nvPr/>
        </p:nvCxnSpPr>
        <p:spPr>
          <a:xfrm xmlns:a="http://schemas.openxmlformats.org/drawingml/2006/main">
            <a:off x="3771900" y="6929438"/>
            <a:ext cx="4572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3" name="">
            <a:extLst xmlns:a="http://schemas.openxmlformats.org/drawingml/2006/main">
              <a:ext uri="{FF2B5EF4-FFF2-40B4-BE49-F238E27FC236}">
                <a16:creationId xmlns:a16="http://schemas.microsoft.com/office/drawing/2014/main" id="{46374DC5-661E-4641-8BF1-A80B08910C18}"/>
              </a:ext>
            </a:extLst>
          </p:cNvPr>
          <p:cNvCxnSpPr>
            <a:stCxn xmlns:a="http://schemas.openxmlformats.org/drawingml/2006/main" id="14" idx="3"/>
            <a:endCxn xmlns:a="http://schemas.openxmlformats.org/drawingml/2006/main" id="17" idx="1"/>
          </p:cNvCxnSpPr>
          <p:nvPr/>
        </p:nvCxnSpPr>
        <p:spPr>
          <a:xfrm xmlns:a="http://schemas.openxmlformats.org/drawingml/2006/main">
            <a:off x="11772900" y="3524250"/>
            <a:ext cx="2667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2" name="">
            <a:extLst xmlns:a="http://schemas.openxmlformats.org/drawingml/2006/main">
              <a:ext uri="{FF2B5EF4-FFF2-40B4-BE49-F238E27FC236}">
                <a16:creationId xmlns:a16="http://schemas.microsoft.com/office/drawing/2014/main" id="{A09547B2-28F9-4303-87B7-B7F68E2D6EA7}"/>
              </a:ext>
            </a:extLst>
          </p:cNvPr>
          <p:cNvCxnSpPr>
            <a:stCxn xmlns:a="http://schemas.openxmlformats.org/drawingml/2006/main" id="11" idx="3"/>
            <a:endCxn xmlns:a="http://schemas.openxmlformats.org/drawingml/2006/main" id="14" idx="1"/>
          </p:cNvCxnSpPr>
          <p:nvPr/>
        </p:nvCxnSpPr>
        <p:spPr>
          <a:xfrm xmlns:a="http://schemas.openxmlformats.org/drawingml/2006/main">
            <a:off x="8915400" y="3524250"/>
            <a:ext cx="2667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1" name="">
            <a:extLst xmlns:a="http://schemas.openxmlformats.org/drawingml/2006/main">
              <a:ext uri="{FF2B5EF4-FFF2-40B4-BE49-F238E27FC236}">
                <a16:creationId xmlns:a16="http://schemas.microsoft.com/office/drawing/2014/main" id="{3AB19291-2F8C-401A-94C6-30D55E66FF3D}"/>
              </a:ext>
            </a:extLst>
          </p:cNvPr>
          <p:cNvCxnSpPr>
            <a:stCxn xmlns:a="http://schemas.openxmlformats.org/drawingml/2006/main" id="8" idx="3"/>
            <a:endCxn xmlns:a="http://schemas.openxmlformats.org/drawingml/2006/main" id="11" idx="1"/>
          </p:cNvCxnSpPr>
          <p:nvPr/>
        </p:nvCxnSpPr>
        <p:spPr>
          <a:xfrm xmlns:a="http://schemas.openxmlformats.org/drawingml/2006/main">
            <a:off x="6057900" y="3524250"/>
            <a:ext cx="266700" cy="0"/>
          </a:xfrm>
          <a:prstGeom xmlns:a="http://schemas.openxmlformats.org/drawingml/2006/main" prst="straightConnector1">
            <a:avLst/>
          </a:prstGeom>
          <a:ln xmlns:a="http://schemas.openxmlformats.org/drawingml/2006/main" w="23813">
            <a:solidFill>
              <a:srgbClr val="1668C7"/>
            </a:solidFill>
            <a:tailEnd type="arrow" w="med" len="med"/>
          </a:ln>
        </p:spPr>
      </p:cxnSp>
      <p:cxnSp>
        <p:nvCxnSpPr>
          <p:cNvPr id="20" name="">
            <a:extLst xmlns:a="http://schemas.openxmlformats.org/drawingml/2006/main">
              <a:ext uri="{FF2B5EF4-FFF2-40B4-BE49-F238E27FC236}">
                <a16:creationId xmlns:a16="http://schemas.microsoft.com/office/drawing/2014/main" id="{47D4335E-E1B0-4BC0-A2DD-A8CACB0BE0E3}"/>
              </a:ext>
            </a:extLst>
          </p:cNvPr>
          <p:cNvCxnSpPr>
            <a:stCxn xmlns:a="http://schemas.openxmlformats.org/drawingml/2006/main" id="5" idx="3"/>
            <a:endCxn xmlns:a="http://schemas.openxmlformats.org/drawingml/2006/main" id="8" idx="1"/>
          </p:cNvCxnSpPr>
          <p:nvPr/>
        </p:nvCxnSpPr>
        <p:spPr>
          <a:xfrm xmlns:a="http://schemas.openxmlformats.org/drawingml/2006/main">
            <a:off x="3200400" y="3524250"/>
            <a:ext cx="266700" cy="0"/>
          </a:xfrm>
          <a:prstGeom xmlns:a="http://schemas.openxmlformats.org/drawingml/2006/main" prst="straightConnector1">
            <a:avLst/>
          </a:prstGeom>
          <a:ln xmlns:a="http://schemas.openxmlformats.org/drawingml/2006/main" w="23813">
            <a:solidFill>
              <a:srgbClr val="1668C7"/>
            </a:solidFill>
            <a:tailEnd type="arrow" w="med" len="med"/>
          </a:ln>
        </p:spPr>
      </p:cxnSp>
      <p:sp>
        <p:nvSpPr>
          <p:cNvPr id="42" name="">
            <a:extLst xmlns:a="http://schemas.openxmlformats.org/drawingml/2006/main">
              <a:ext uri="{FF2B5EF4-FFF2-40B4-BE49-F238E27FC236}">
                <a16:creationId xmlns:a16="http://schemas.microsoft.com/office/drawing/2014/main" id="{7B239076-8A60-4C21-96A4-0C89C7845094}"/>
              </a:ext>
            </a:extLst>
          </p:cNvPr>
          <p:cNvSpPr>
            <a:spLocks xmlns:a="http://schemas.openxmlformats.org/drawingml/2006/main" noGrp="1"/>
          </p:cNvSpPr>
          <p:nvPr/>
        </p:nvSpPr>
        <p:spPr>
          <a:xfrm xmlns:a="http://schemas.openxmlformats.org/drawingml/2006/main">
            <a:off x="609600" y="3333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68C7"/>
                </a:solidFill>
                <a:latin typeface="Helvetica Neue"/>
                <a:ea typeface="Helvetica Neue"/>
                <a:cs typeface="Helvetica Neue"/>
              </a:defRPr>
            </a:defPPr>
            <a:lvl1pPr>
              <a:defRPr sz="2250" b="1">
                <a:solidFill>
                  <a:srgbClr val="1668C7"/>
                </a:solidFill>
                <a:latin typeface="Helvetica Neue"/>
                <a:ea typeface="Helvetica Neue"/>
                <a:cs typeface="Helvetica Neue"/>
              </a:defRPr>
            </a:lvl1pPr>
            <a:lvl2pPr>
              <a:defRPr sz="2250" b="1">
                <a:solidFill>
                  <a:srgbClr val="1668C7"/>
                </a:solidFill>
                <a:latin typeface="Helvetica Neue"/>
                <a:ea typeface="Helvetica Neue"/>
                <a:cs typeface="Helvetica Neue"/>
              </a:defRPr>
            </a:lvl2pPr>
            <a:lvl3pPr>
              <a:defRPr sz="2250" b="1">
                <a:solidFill>
                  <a:srgbClr val="1668C7"/>
                </a:solidFill>
                <a:latin typeface="Helvetica Neue"/>
                <a:ea typeface="Helvetica Neue"/>
                <a:cs typeface="Helvetica Neue"/>
              </a:defRPr>
            </a:lvl3pPr>
            <a:lvl4pPr>
              <a:defRPr sz="2250" b="1">
                <a:solidFill>
                  <a:srgbClr val="1668C7"/>
                </a:solidFill>
                <a:latin typeface="Helvetica Neue"/>
                <a:ea typeface="Helvetica Neue"/>
                <a:cs typeface="Helvetica Neue"/>
              </a:defRPr>
            </a:lvl4pPr>
            <a:lvl5pPr>
              <a:defRPr sz="2250" b="1">
                <a:solidFill>
                  <a:srgbClr val="1668C7"/>
                </a:solidFill>
                <a:latin typeface="Helvetica Neue"/>
                <a:ea typeface="Helvetica Neue"/>
                <a:cs typeface="Helvetica Neue"/>
              </a:defRPr>
            </a:lvl5pPr>
            <a:lvl6pPr>
              <a:defRPr sz="2250" b="1">
                <a:solidFill>
                  <a:srgbClr val="1668C7"/>
                </a:solidFill>
                <a:latin typeface="Helvetica Neue"/>
                <a:ea typeface="Helvetica Neue"/>
                <a:cs typeface="Helvetica Neue"/>
              </a:defRPr>
            </a:lvl6pPr>
            <a:lvl7pPr>
              <a:defRPr sz="2250" b="1">
                <a:solidFill>
                  <a:srgbClr val="1668C7"/>
                </a:solidFill>
                <a:latin typeface="Helvetica Neue"/>
                <a:ea typeface="Helvetica Neue"/>
                <a:cs typeface="Helvetica Neue"/>
              </a:defRPr>
            </a:lvl7pPr>
            <a:lvl8pPr>
              <a:defRPr sz="2250" b="1">
                <a:solidFill>
                  <a:srgbClr val="1668C7"/>
                </a:solidFill>
                <a:latin typeface="Helvetica Neue"/>
                <a:ea typeface="Helvetica Neue"/>
                <a:cs typeface="Helvetica Neue"/>
              </a:defRPr>
            </a:lvl8pPr>
            <a:lvl9pPr>
              <a:defRPr sz="2250" b="1">
                <a:solidFill>
                  <a:srgbClr val="1668C7"/>
                </a:solidFill>
                <a:latin typeface="Helvetica Neue"/>
                <a:ea typeface="Helvetica Neue"/>
                <a:cs typeface="Helvetica Neue"/>
              </a:defRPr>
            </a:lvl9pPr>
          </a:lstStyle>
          <a:p xmlns:a="http://schemas.openxmlformats.org/drawingml/2006/main">
            <a:pPr>
              <a:defRPr sz="2250" b="1">
                <a:solidFill>
                  <a:srgbClr val="1668C7"/>
                </a:solidFill>
                <a:latin typeface="Helvetica Neue"/>
                <a:ea typeface="Helvetica Neue"/>
                <a:cs typeface="Helvetica Neue"/>
              </a:defRPr>
            </a:pPr>
            <a:r>
              <a:rPr sz="2250" b="1">
                <a:solidFill>
                  <a:srgbClr val="1668C7"/>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C73B52DB-8E00-45DE-9C4A-3936CFC103A4}"/>
              </a:ext>
            </a:extLst>
          </p:cNvPr>
          <p:cNvSpPr>
            <a:spLocks xmlns:a="http://schemas.openxmlformats.org/drawingml/2006/main" noGrp="1"/>
          </p:cNvSpPr>
          <p:nvPr/>
        </p:nvSpPr>
        <p:spPr>
          <a:xfrm xmlns:a="http://schemas.openxmlformats.org/drawingml/2006/main">
            <a:off x="14001750" y="381000"/>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F6D82"/>
                </a:solidFill>
                <a:latin typeface="Helvetica Neue"/>
                <a:ea typeface="Helvetica Neue"/>
                <a:cs typeface="Helvetica Neue"/>
              </a:defRPr>
            </a:defPPr>
            <a:lvl1pPr>
              <a:defRPr sz="1650" b="0">
                <a:solidFill>
                  <a:srgbClr val="5F6D82"/>
                </a:solidFill>
                <a:latin typeface="Helvetica Neue"/>
                <a:ea typeface="Helvetica Neue"/>
                <a:cs typeface="Helvetica Neue"/>
              </a:defRPr>
            </a:lvl1pPr>
            <a:lvl2pPr>
              <a:defRPr sz="1650" b="0">
                <a:solidFill>
                  <a:srgbClr val="5F6D82"/>
                </a:solidFill>
                <a:latin typeface="Helvetica Neue"/>
                <a:ea typeface="Helvetica Neue"/>
                <a:cs typeface="Helvetica Neue"/>
              </a:defRPr>
            </a:lvl2pPr>
            <a:lvl3pPr>
              <a:defRPr sz="1650" b="0">
                <a:solidFill>
                  <a:srgbClr val="5F6D82"/>
                </a:solidFill>
                <a:latin typeface="Helvetica Neue"/>
                <a:ea typeface="Helvetica Neue"/>
                <a:cs typeface="Helvetica Neue"/>
              </a:defRPr>
            </a:lvl3pPr>
            <a:lvl4pPr>
              <a:defRPr sz="1650" b="0">
                <a:solidFill>
                  <a:srgbClr val="5F6D82"/>
                </a:solidFill>
                <a:latin typeface="Helvetica Neue"/>
                <a:ea typeface="Helvetica Neue"/>
                <a:cs typeface="Helvetica Neue"/>
              </a:defRPr>
            </a:lvl4pPr>
            <a:lvl5pPr>
              <a:defRPr sz="1650" b="0">
                <a:solidFill>
                  <a:srgbClr val="5F6D82"/>
                </a:solidFill>
                <a:latin typeface="Helvetica Neue"/>
                <a:ea typeface="Helvetica Neue"/>
                <a:cs typeface="Helvetica Neue"/>
              </a:defRPr>
            </a:lvl5pPr>
            <a:lvl6pPr>
              <a:defRPr sz="1650" b="0">
                <a:solidFill>
                  <a:srgbClr val="5F6D82"/>
                </a:solidFill>
                <a:latin typeface="Helvetica Neue"/>
                <a:ea typeface="Helvetica Neue"/>
                <a:cs typeface="Helvetica Neue"/>
              </a:defRPr>
            </a:lvl6pPr>
            <a:lvl7pPr>
              <a:defRPr sz="1650" b="0">
                <a:solidFill>
                  <a:srgbClr val="5F6D82"/>
                </a:solidFill>
                <a:latin typeface="Helvetica Neue"/>
                <a:ea typeface="Helvetica Neue"/>
                <a:cs typeface="Helvetica Neue"/>
              </a:defRPr>
            </a:lvl7pPr>
            <a:lvl8pPr>
              <a:defRPr sz="1650" b="0">
                <a:solidFill>
                  <a:srgbClr val="5F6D82"/>
                </a:solidFill>
                <a:latin typeface="Helvetica Neue"/>
                <a:ea typeface="Helvetica Neue"/>
                <a:cs typeface="Helvetica Neue"/>
              </a:defRPr>
            </a:lvl8pPr>
            <a:lvl9pPr>
              <a:defRPr sz="1650" b="0">
                <a:solidFill>
                  <a:srgbClr val="5F6D82"/>
                </a:solidFill>
                <a:latin typeface="Helvetica Neue"/>
                <a:ea typeface="Helvetica Neue"/>
                <a:cs typeface="Helvetica Neue"/>
              </a:defRPr>
            </a:lvl9pPr>
          </a:lstStyle>
          <a:p xmlns:a="http://schemas.openxmlformats.org/drawingml/2006/main">
            <a:pPr>
              <a:defRPr sz="1650" b="0">
                <a:solidFill>
                  <a:srgbClr val="5F6D82"/>
                </a:solidFill>
                <a:latin typeface="Helvetica Neue"/>
                <a:ea typeface="Helvetica Neue"/>
                <a:cs typeface="Helvetica Neue"/>
              </a:defRPr>
            </a:pPr>
            <a:r>
              <a:rPr sz="1650" b="0">
                <a:solidFill>
                  <a:srgbClr val="5F6D82"/>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737DB894-314C-4DCF-B501-A519AB88D70B}"/>
              </a:ext>
            </a:extLst>
          </p:cNvPr>
          <p:cNvSpPr>
            <a:spLocks xmlns:a="http://schemas.openxmlformats.org/drawingml/2006/main" noGrp="1"/>
          </p:cNvSpPr>
          <p:nvPr/>
        </p:nvSpPr>
        <p:spPr>
          <a:xfrm xmlns:a="http://schemas.openxmlformats.org/drawingml/2006/main">
            <a:off x="609600" y="914400"/>
            <a:ext cx="14020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2033"/>
                </a:solidFill>
                <a:latin typeface="Helvetica Neue"/>
                <a:ea typeface="Helvetica Neue"/>
                <a:cs typeface="Helvetica Neue"/>
              </a:defRPr>
            </a:defPPr>
            <a:lvl1pPr>
              <a:defRPr sz="3600" b="1">
                <a:solidFill>
                  <a:srgbClr val="162033"/>
                </a:solidFill>
                <a:latin typeface="Helvetica Neue"/>
                <a:ea typeface="Helvetica Neue"/>
                <a:cs typeface="Helvetica Neue"/>
              </a:defRPr>
            </a:lvl1pPr>
            <a:lvl2pPr>
              <a:defRPr sz="3600" b="1">
                <a:solidFill>
                  <a:srgbClr val="162033"/>
                </a:solidFill>
                <a:latin typeface="Helvetica Neue"/>
                <a:ea typeface="Helvetica Neue"/>
                <a:cs typeface="Helvetica Neue"/>
              </a:defRPr>
            </a:lvl2pPr>
            <a:lvl3pPr>
              <a:defRPr sz="3600" b="1">
                <a:solidFill>
                  <a:srgbClr val="162033"/>
                </a:solidFill>
                <a:latin typeface="Helvetica Neue"/>
                <a:ea typeface="Helvetica Neue"/>
                <a:cs typeface="Helvetica Neue"/>
              </a:defRPr>
            </a:lvl3pPr>
            <a:lvl4pPr>
              <a:defRPr sz="3600" b="1">
                <a:solidFill>
                  <a:srgbClr val="162033"/>
                </a:solidFill>
                <a:latin typeface="Helvetica Neue"/>
                <a:ea typeface="Helvetica Neue"/>
                <a:cs typeface="Helvetica Neue"/>
              </a:defRPr>
            </a:lvl4pPr>
            <a:lvl5pPr>
              <a:defRPr sz="3600" b="1">
                <a:solidFill>
                  <a:srgbClr val="162033"/>
                </a:solidFill>
                <a:latin typeface="Helvetica Neue"/>
                <a:ea typeface="Helvetica Neue"/>
                <a:cs typeface="Helvetica Neue"/>
              </a:defRPr>
            </a:lvl5pPr>
            <a:lvl6pPr>
              <a:defRPr sz="3600" b="1">
                <a:solidFill>
                  <a:srgbClr val="162033"/>
                </a:solidFill>
                <a:latin typeface="Helvetica Neue"/>
                <a:ea typeface="Helvetica Neue"/>
                <a:cs typeface="Helvetica Neue"/>
              </a:defRPr>
            </a:lvl6pPr>
            <a:lvl7pPr>
              <a:defRPr sz="3600" b="1">
                <a:solidFill>
                  <a:srgbClr val="162033"/>
                </a:solidFill>
                <a:latin typeface="Helvetica Neue"/>
                <a:ea typeface="Helvetica Neue"/>
                <a:cs typeface="Helvetica Neue"/>
              </a:defRPr>
            </a:lvl7pPr>
            <a:lvl8pPr>
              <a:defRPr sz="3600" b="1">
                <a:solidFill>
                  <a:srgbClr val="162033"/>
                </a:solidFill>
                <a:latin typeface="Helvetica Neue"/>
                <a:ea typeface="Helvetica Neue"/>
                <a:cs typeface="Helvetica Neue"/>
              </a:defRPr>
            </a:lvl8pPr>
            <a:lvl9pPr>
              <a:defRPr sz="3600" b="1">
                <a:solidFill>
                  <a:srgbClr val="162033"/>
                </a:solidFill>
                <a:latin typeface="Helvetica Neue"/>
                <a:ea typeface="Helvetica Neue"/>
                <a:cs typeface="Helvetica Neue"/>
              </a:defRPr>
            </a:lvl9pPr>
          </a:lstStyle>
          <a:p xmlns:a="http://schemas.openxmlformats.org/drawingml/2006/main">
            <a:pPr>
              <a:defRPr sz="3600" b="1">
                <a:solidFill>
                  <a:srgbClr val="162033"/>
                </a:solidFill>
                <a:latin typeface="Helvetica Neue"/>
                <a:ea typeface="Helvetica Neue"/>
                <a:cs typeface="Helvetica Neue"/>
              </a:defRPr>
            </a:pPr>
            <a:r>
              <a:rPr sz="3600" b="1">
                <a:solidFill>
                  <a:srgbClr val="162033"/>
                </a:solidFill>
                <a:latin typeface="Helvetica Neue"/>
                <a:ea typeface="Helvetica Neue"/>
                <a:cs typeface="Helvetica Neue"/>
              </a:rPr>
              <a:t>Как работает ИИ-компонент</a:t>
            </a:r>
          </a:p>
        </p:txBody>
      </p:sp>
      <p:sp>
        <p:nvSpPr>
          <p:cNvPr id="4" name="">
            <a:extLst xmlns:a="http://schemas.openxmlformats.org/drawingml/2006/main">
              <a:ext uri="{FF2B5EF4-FFF2-40B4-BE49-F238E27FC236}">
                <a16:creationId xmlns:a16="http://schemas.microsoft.com/office/drawing/2014/main" id="{00D244CD-4D29-4BF9-94C6-9C8420C567AE}"/>
              </a:ext>
            </a:extLst>
          </p:cNvPr>
          <p:cNvSpPr>
            <a:spLocks xmlns:a="http://schemas.openxmlformats.org/drawingml/2006/main" noGrp="1"/>
          </p:cNvSpPr>
          <p:nvPr/>
        </p:nvSpPr>
        <p:spPr>
          <a:xfrm xmlns:a="http://schemas.openxmlformats.org/drawingml/2006/main">
            <a:off x="609600" y="1571625"/>
            <a:ext cx="1402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F6D82"/>
                </a:solidFill>
                <a:latin typeface="Helvetica Neue"/>
                <a:ea typeface="Helvetica Neue"/>
                <a:cs typeface="Helvetica Neue"/>
              </a:defRPr>
            </a:defPPr>
            <a:lvl1pPr>
              <a:defRPr sz="1950" b="0">
                <a:solidFill>
                  <a:srgbClr val="5F6D82"/>
                </a:solidFill>
                <a:latin typeface="Helvetica Neue"/>
                <a:ea typeface="Helvetica Neue"/>
                <a:cs typeface="Helvetica Neue"/>
              </a:defRPr>
            </a:lvl1pPr>
            <a:lvl2pPr>
              <a:defRPr sz="1950" b="0">
                <a:solidFill>
                  <a:srgbClr val="5F6D82"/>
                </a:solidFill>
                <a:latin typeface="Helvetica Neue"/>
                <a:ea typeface="Helvetica Neue"/>
                <a:cs typeface="Helvetica Neue"/>
              </a:defRPr>
            </a:lvl2pPr>
            <a:lvl3pPr>
              <a:defRPr sz="1950" b="0">
                <a:solidFill>
                  <a:srgbClr val="5F6D82"/>
                </a:solidFill>
                <a:latin typeface="Helvetica Neue"/>
                <a:ea typeface="Helvetica Neue"/>
                <a:cs typeface="Helvetica Neue"/>
              </a:defRPr>
            </a:lvl3pPr>
            <a:lvl4pPr>
              <a:defRPr sz="1950" b="0">
                <a:solidFill>
                  <a:srgbClr val="5F6D82"/>
                </a:solidFill>
                <a:latin typeface="Helvetica Neue"/>
                <a:ea typeface="Helvetica Neue"/>
                <a:cs typeface="Helvetica Neue"/>
              </a:defRPr>
            </a:lvl4pPr>
            <a:lvl5pPr>
              <a:defRPr sz="1950" b="0">
                <a:solidFill>
                  <a:srgbClr val="5F6D82"/>
                </a:solidFill>
                <a:latin typeface="Helvetica Neue"/>
                <a:ea typeface="Helvetica Neue"/>
                <a:cs typeface="Helvetica Neue"/>
              </a:defRPr>
            </a:lvl5pPr>
            <a:lvl6pPr>
              <a:defRPr sz="1950" b="0">
                <a:solidFill>
                  <a:srgbClr val="5F6D82"/>
                </a:solidFill>
                <a:latin typeface="Helvetica Neue"/>
                <a:ea typeface="Helvetica Neue"/>
                <a:cs typeface="Helvetica Neue"/>
              </a:defRPr>
            </a:lvl6pPr>
            <a:lvl7pPr>
              <a:defRPr sz="1950" b="0">
                <a:solidFill>
                  <a:srgbClr val="5F6D82"/>
                </a:solidFill>
                <a:latin typeface="Helvetica Neue"/>
                <a:ea typeface="Helvetica Neue"/>
                <a:cs typeface="Helvetica Neue"/>
              </a:defRPr>
            </a:lvl7pPr>
            <a:lvl8pPr>
              <a:defRPr sz="1950" b="0">
                <a:solidFill>
                  <a:srgbClr val="5F6D82"/>
                </a:solidFill>
                <a:latin typeface="Helvetica Neue"/>
                <a:ea typeface="Helvetica Neue"/>
                <a:cs typeface="Helvetica Neue"/>
              </a:defRPr>
            </a:lvl8pPr>
            <a:lvl9pPr>
              <a:defRPr sz="1950" b="0">
                <a:solidFill>
                  <a:srgbClr val="5F6D82"/>
                </a:solidFill>
                <a:latin typeface="Helvetica Neue"/>
                <a:ea typeface="Helvetica Neue"/>
                <a:cs typeface="Helvetica Neue"/>
              </a:defRPr>
            </a:lvl9pPr>
          </a:lstStyle>
          <a:p xmlns:a="http://schemas.openxmlformats.org/drawingml/2006/main">
            <a:pPr>
              <a:defRPr sz="1950" b="0">
                <a:solidFill>
                  <a:srgbClr val="5F6D82"/>
                </a:solidFill>
                <a:latin typeface="Helvetica Neue"/>
                <a:ea typeface="Helvetica Neue"/>
                <a:cs typeface="Helvetica Neue"/>
              </a:defRPr>
            </a:pPr>
            <a:r>
              <a:rPr sz="1950" b="0">
                <a:solidFill>
                  <a:srgbClr val="5F6D82"/>
                </a:solidFill>
                <a:latin typeface="Helvetica Neue"/>
                <a:ea typeface="Helvetica Neue"/>
                <a:cs typeface="Helvetica Neue"/>
              </a:rPr>
              <a:t>Текущая реализация: адаптивный алгоритм и помощник по правилам, без внешней AI API</a:t>
            </a:r>
          </a:p>
        </p:txBody>
      </p:sp>
      <p:sp>
        <p:nvSpPr>
          <p:cNvPr id="5" name="">
            <a:extLst xmlns:a="http://schemas.openxmlformats.org/drawingml/2006/main">
              <a:ext uri="{FF2B5EF4-FFF2-40B4-BE49-F238E27FC236}">
                <a16:creationId xmlns:a16="http://schemas.microsoft.com/office/drawing/2014/main" id="{F073D0B5-99A5-4968-966C-A2AFB1A0A4FD}"/>
              </a:ext>
            </a:extLst>
          </p:cNvPr>
          <p:cNvSpPr>
            <a:spLocks xmlns:a="http://schemas.openxmlformats.org/drawingml/2006/main" noGrp="1"/>
          </p:cNvSpPr>
          <p:nvPr/>
        </p:nvSpPr>
        <p:spPr>
          <a:xfrm xmlns:a="http://schemas.openxmlformats.org/drawingml/2006/main">
            <a:off x="609600" y="2333625"/>
            <a:ext cx="2590800" cy="2381250"/>
          </a:xfrm>
          <a:prstGeom xmlns:a="http://schemas.openxmlformats.org/drawingml/2006/main" prst="roundRect">
            <a:avLst>
              <a:gd name="adj" fmla="val 4800"/>
            </a:avLst>
          </a:prstGeom>
          <a:solidFill xmlns:a="http://schemas.openxmlformats.org/drawingml/2006/main">
            <a:srgbClr val="EDF3FB"/>
          </a:solidFill>
          <a:ln xmlns:a="http://schemas.openxmlformats.org/drawingml/2006/main" w="14288">
            <a:solidFill>
              <a:srgbClr val="C9D8EB"/>
            </a:solidFill>
          </a:ln>
        </p:spPr>
      </p:sp>
      <p:sp>
        <p:nvSpPr>
          <p:cNvPr id="6" name="">
            <a:extLst xmlns:a="http://schemas.openxmlformats.org/drawingml/2006/main">
              <a:ext uri="{FF2B5EF4-FFF2-40B4-BE49-F238E27FC236}">
                <a16:creationId xmlns:a16="http://schemas.microsoft.com/office/drawing/2014/main" id="{0CF2D3A1-48F2-440A-9459-294D02645908}"/>
              </a:ext>
            </a:extLst>
          </p:cNvPr>
          <p:cNvSpPr>
            <a:spLocks xmlns:a="http://schemas.openxmlformats.org/drawingml/2006/main" noGrp="1"/>
          </p:cNvSpPr>
          <p:nvPr/>
        </p:nvSpPr>
        <p:spPr>
          <a:xfrm xmlns:a="http://schemas.openxmlformats.org/drawingml/2006/main">
            <a:off x="819150" y="25241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668C7"/>
                </a:solidFill>
                <a:latin typeface="Helvetica Neue"/>
                <a:ea typeface="Helvetica Neue"/>
                <a:cs typeface="Helvetica Neue"/>
              </a:defRPr>
            </a:defPPr>
            <a:lvl1pPr>
              <a:defRPr sz="1800" b="1">
                <a:solidFill>
                  <a:srgbClr val="1668C7"/>
                </a:solidFill>
                <a:latin typeface="Helvetica Neue"/>
                <a:ea typeface="Helvetica Neue"/>
                <a:cs typeface="Helvetica Neue"/>
              </a:defRPr>
            </a:lvl1pPr>
            <a:lvl2pPr>
              <a:defRPr sz="1800" b="1">
                <a:solidFill>
                  <a:srgbClr val="1668C7"/>
                </a:solidFill>
                <a:latin typeface="Helvetica Neue"/>
                <a:ea typeface="Helvetica Neue"/>
                <a:cs typeface="Helvetica Neue"/>
              </a:defRPr>
            </a:lvl2pPr>
            <a:lvl3pPr>
              <a:defRPr sz="1800" b="1">
                <a:solidFill>
                  <a:srgbClr val="1668C7"/>
                </a:solidFill>
                <a:latin typeface="Helvetica Neue"/>
                <a:ea typeface="Helvetica Neue"/>
                <a:cs typeface="Helvetica Neue"/>
              </a:defRPr>
            </a:lvl3pPr>
            <a:lvl4pPr>
              <a:defRPr sz="1800" b="1">
                <a:solidFill>
                  <a:srgbClr val="1668C7"/>
                </a:solidFill>
                <a:latin typeface="Helvetica Neue"/>
                <a:ea typeface="Helvetica Neue"/>
                <a:cs typeface="Helvetica Neue"/>
              </a:defRPr>
            </a:lvl4pPr>
            <a:lvl5pPr>
              <a:defRPr sz="1800" b="1">
                <a:solidFill>
                  <a:srgbClr val="1668C7"/>
                </a:solidFill>
                <a:latin typeface="Helvetica Neue"/>
                <a:ea typeface="Helvetica Neue"/>
                <a:cs typeface="Helvetica Neue"/>
              </a:defRPr>
            </a:lvl5pPr>
            <a:lvl6pPr>
              <a:defRPr sz="1800" b="1">
                <a:solidFill>
                  <a:srgbClr val="1668C7"/>
                </a:solidFill>
                <a:latin typeface="Helvetica Neue"/>
                <a:ea typeface="Helvetica Neue"/>
                <a:cs typeface="Helvetica Neue"/>
              </a:defRPr>
            </a:lvl6pPr>
            <a:lvl7pPr>
              <a:defRPr sz="1800" b="1">
                <a:solidFill>
                  <a:srgbClr val="1668C7"/>
                </a:solidFill>
                <a:latin typeface="Helvetica Neue"/>
                <a:ea typeface="Helvetica Neue"/>
                <a:cs typeface="Helvetica Neue"/>
              </a:defRPr>
            </a:lvl7pPr>
            <a:lvl8pPr>
              <a:defRPr sz="1800" b="1">
                <a:solidFill>
                  <a:srgbClr val="1668C7"/>
                </a:solidFill>
                <a:latin typeface="Helvetica Neue"/>
                <a:ea typeface="Helvetica Neue"/>
                <a:cs typeface="Helvetica Neue"/>
              </a:defRPr>
            </a:lvl8pPr>
            <a:lvl9pPr>
              <a:defRPr sz="1800" b="1">
                <a:solidFill>
                  <a:srgbClr val="1668C7"/>
                </a:solidFill>
                <a:latin typeface="Helvetica Neue"/>
                <a:ea typeface="Helvetica Neue"/>
                <a:cs typeface="Helvetica Neue"/>
              </a:defRPr>
            </a:lvl9pPr>
          </a:lstStyle>
          <a:p xmlns:a="http://schemas.openxmlformats.org/drawingml/2006/main">
            <a:pPr>
              <a:defRPr sz="1800" b="1">
                <a:solidFill>
                  <a:srgbClr val="1668C7"/>
                </a:solidFill>
                <a:latin typeface="Helvetica Neue"/>
                <a:ea typeface="Helvetica Neue"/>
                <a:cs typeface="Helvetica Neue"/>
              </a:defRPr>
            </a:pPr>
            <a:r>
              <a:rPr sz="1800" b="1">
                <a:solidFill>
                  <a:srgbClr val="1668C7"/>
                </a:solidFill>
                <a:latin typeface="Helvetica Neue"/>
                <a:ea typeface="Helvetica Neue"/>
                <a:cs typeface="Helvetica Neue"/>
              </a:rPr>
              <a:t>1. Данные</a:t>
            </a:r>
          </a:p>
        </p:txBody>
      </p:sp>
      <p:sp>
        <p:nvSpPr>
          <p:cNvPr id="7" name="">
            <a:extLst xmlns:a="http://schemas.openxmlformats.org/drawingml/2006/main">
              <a:ext uri="{FF2B5EF4-FFF2-40B4-BE49-F238E27FC236}">
                <a16:creationId xmlns:a16="http://schemas.microsoft.com/office/drawing/2014/main" id="{7666A653-FC03-4262-910C-324490080B08}"/>
              </a:ext>
            </a:extLst>
          </p:cNvPr>
          <p:cNvSpPr>
            <a:spLocks xmlns:a="http://schemas.openxmlformats.org/drawingml/2006/main" noGrp="1"/>
          </p:cNvSpPr>
          <p:nvPr/>
        </p:nvSpPr>
        <p:spPr>
          <a:xfrm xmlns:a="http://schemas.openxmlformats.org/drawingml/2006/main">
            <a:off x="819150" y="3048000"/>
            <a:ext cx="21717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Активные цели,</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нужная помощь,</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предпочтения,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история ответов.</a:t>
            </a:r>
          </a:p>
        </p:txBody>
      </p:sp>
      <p:sp>
        <p:nvSpPr>
          <p:cNvPr id="8" name="">
            <a:extLst xmlns:a="http://schemas.openxmlformats.org/drawingml/2006/main">
              <a:ext uri="{FF2B5EF4-FFF2-40B4-BE49-F238E27FC236}">
                <a16:creationId xmlns:a16="http://schemas.microsoft.com/office/drawing/2014/main" id="{E5C3BC7A-2507-4198-A83E-DD3068687CA1}"/>
              </a:ext>
            </a:extLst>
          </p:cNvPr>
          <p:cNvSpPr>
            <a:spLocks xmlns:a="http://schemas.openxmlformats.org/drawingml/2006/main" noGrp="1"/>
          </p:cNvSpPr>
          <p:nvPr/>
        </p:nvSpPr>
        <p:spPr>
          <a:xfrm xmlns:a="http://schemas.openxmlformats.org/drawingml/2006/main">
            <a:off x="3467100" y="2333625"/>
            <a:ext cx="2590800" cy="2381250"/>
          </a:xfrm>
          <a:prstGeom xmlns:a="http://schemas.openxmlformats.org/drawingml/2006/main" prst="roundRect">
            <a:avLst>
              <a:gd name="adj" fmla="val 4800"/>
            </a:avLst>
          </a:prstGeom>
          <a:solidFill xmlns:a="http://schemas.openxmlformats.org/drawingml/2006/main">
            <a:srgbClr val="EDF3FB"/>
          </a:solidFill>
          <a:ln xmlns:a="http://schemas.openxmlformats.org/drawingml/2006/main" w="14288">
            <a:solidFill>
              <a:srgbClr val="C9D8EB"/>
            </a:solidFill>
          </a:ln>
        </p:spPr>
      </p:sp>
      <p:sp>
        <p:nvSpPr>
          <p:cNvPr id="9" name="">
            <a:extLst xmlns:a="http://schemas.openxmlformats.org/drawingml/2006/main">
              <a:ext uri="{FF2B5EF4-FFF2-40B4-BE49-F238E27FC236}">
                <a16:creationId xmlns:a16="http://schemas.microsoft.com/office/drawing/2014/main" id="{FA07DE42-7B9E-4020-A2BD-24F8D7766966}"/>
              </a:ext>
            </a:extLst>
          </p:cNvPr>
          <p:cNvSpPr>
            <a:spLocks xmlns:a="http://schemas.openxmlformats.org/drawingml/2006/main" noGrp="1"/>
          </p:cNvSpPr>
          <p:nvPr/>
        </p:nvSpPr>
        <p:spPr>
          <a:xfrm xmlns:a="http://schemas.openxmlformats.org/drawingml/2006/main">
            <a:off x="3676650" y="25241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668C7"/>
                </a:solidFill>
                <a:latin typeface="Helvetica Neue"/>
                <a:ea typeface="Helvetica Neue"/>
                <a:cs typeface="Helvetica Neue"/>
              </a:defRPr>
            </a:defPPr>
            <a:lvl1pPr>
              <a:defRPr sz="1800" b="1">
                <a:solidFill>
                  <a:srgbClr val="1668C7"/>
                </a:solidFill>
                <a:latin typeface="Helvetica Neue"/>
                <a:ea typeface="Helvetica Neue"/>
                <a:cs typeface="Helvetica Neue"/>
              </a:defRPr>
            </a:lvl1pPr>
            <a:lvl2pPr>
              <a:defRPr sz="1800" b="1">
                <a:solidFill>
                  <a:srgbClr val="1668C7"/>
                </a:solidFill>
                <a:latin typeface="Helvetica Neue"/>
                <a:ea typeface="Helvetica Neue"/>
                <a:cs typeface="Helvetica Neue"/>
              </a:defRPr>
            </a:lvl2pPr>
            <a:lvl3pPr>
              <a:defRPr sz="1800" b="1">
                <a:solidFill>
                  <a:srgbClr val="1668C7"/>
                </a:solidFill>
                <a:latin typeface="Helvetica Neue"/>
                <a:ea typeface="Helvetica Neue"/>
                <a:cs typeface="Helvetica Neue"/>
              </a:defRPr>
            </a:lvl3pPr>
            <a:lvl4pPr>
              <a:defRPr sz="1800" b="1">
                <a:solidFill>
                  <a:srgbClr val="1668C7"/>
                </a:solidFill>
                <a:latin typeface="Helvetica Neue"/>
                <a:ea typeface="Helvetica Neue"/>
                <a:cs typeface="Helvetica Neue"/>
              </a:defRPr>
            </a:lvl4pPr>
            <a:lvl5pPr>
              <a:defRPr sz="1800" b="1">
                <a:solidFill>
                  <a:srgbClr val="1668C7"/>
                </a:solidFill>
                <a:latin typeface="Helvetica Neue"/>
                <a:ea typeface="Helvetica Neue"/>
                <a:cs typeface="Helvetica Neue"/>
              </a:defRPr>
            </a:lvl5pPr>
            <a:lvl6pPr>
              <a:defRPr sz="1800" b="1">
                <a:solidFill>
                  <a:srgbClr val="1668C7"/>
                </a:solidFill>
                <a:latin typeface="Helvetica Neue"/>
                <a:ea typeface="Helvetica Neue"/>
                <a:cs typeface="Helvetica Neue"/>
              </a:defRPr>
            </a:lvl6pPr>
            <a:lvl7pPr>
              <a:defRPr sz="1800" b="1">
                <a:solidFill>
                  <a:srgbClr val="1668C7"/>
                </a:solidFill>
                <a:latin typeface="Helvetica Neue"/>
                <a:ea typeface="Helvetica Neue"/>
                <a:cs typeface="Helvetica Neue"/>
              </a:defRPr>
            </a:lvl7pPr>
            <a:lvl8pPr>
              <a:defRPr sz="1800" b="1">
                <a:solidFill>
                  <a:srgbClr val="1668C7"/>
                </a:solidFill>
                <a:latin typeface="Helvetica Neue"/>
                <a:ea typeface="Helvetica Neue"/>
                <a:cs typeface="Helvetica Neue"/>
              </a:defRPr>
            </a:lvl8pPr>
            <a:lvl9pPr>
              <a:defRPr sz="1800" b="1">
                <a:solidFill>
                  <a:srgbClr val="1668C7"/>
                </a:solidFill>
                <a:latin typeface="Helvetica Neue"/>
                <a:ea typeface="Helvetica Neue"/>
                <a:cs typeface="Helvetica Neue"/>
              </a:defRPr>
            </a:lvl9pPr>
          </a:lstStyle>
          <a:p xmlns:a="http://schemas.openxmlformats.org/drawingml/2006/main">
            <a:pPr>
              <a:defRPr sz="1800" b="1">
                <a:solidFill>
                  <a:srgbClr val="1668C7"/>
                </a:solidFill>
                <a:latin typeface="Helvetica Neue"/>
                <a:ea typeface="Helvetica Neue"/>
                <a:cs typeface="Helvetica Neue"/>
              </a:defRPr>
            </a:pPr>
            <a:r>
              <a:rPr sz="1800" b="1">
                <a:solidFill>
                  <a:srgbClr val="1668C7"/>
                </a:solidFill>
                <a:latin typeface="Helvetica Neue"/>
                <a:ea typeface="Helvetica Neue"/>
                <a:cs typeface="Helvetica Neue"/>
              </a:rPr>
              <a:t>2. Фильтр заданий</a:t>
            </a:r>
          </a:p>
        </p:txBody>
      </p:sp>
      <p:sp>
        <p:nvSpPr>
          <p:cNvPr id="10" name="">
            <a:extLst xmlns:a="http://schemas.openxmlformats.org/drawingml/2006/main">
              <a:ext uri="{FF2B5EF4-FFF2-40B4-BE49-F238E27FC236}">
                <a16:creationId xmlns:a16="http://schemas.microsoft.com/office/drawing/2014/main" id="{2BA2D76C-C060-4F0B-B140-1836E303EB80}"/>
              </a:ext>
            </a:extLst>
          </p:cNvPr>
          <p:cNvSpPr>
            <a:spLocks xmlns:a="http://schemas.openxmlformats.org/drawingml/2006/main" noGrp="1"/>
          </p:cNvSpPr>
          <p:nvPr/>
        </p:nvSpPr>
        <p:spPr>
          <a:xfrm xmlns:a="http://schemas.openxmlformats.org/drawingml/2006/main">
            <a:off x="3676650" y="3048000"/>
            <a:ext cx="21717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Задания по цели.</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Только разрешённые</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версии, с учётом</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исключений</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родителя.</a:t>
            </a:r>
          </a:p>
        </p:txBody>
      </p:sp>
      <p:sp>
        <p:nvSpPr>
          <p:cNvPr id="11" name="">
            <a:extLst xmlns:a="http://schemas.openxmlformats.org/drawingml/2006/main">
              <a:ext uri="{FF2B5EF4-FFF2-40B4-BE49-F238E27FC236}">
                <a16:creationId xmlns:a16="http://schemas.microsoft.com/office/drawing/2014/main" id="{157A4500-143C-4490-8ACF-A53C898405BA}"/>
              </a:ext>
            </a:extLst>
          </p:cNvPr>
          <p:cNvSpPr>
            <a:spLocks xmlns:a="http://schemas.openxmlformats.org/drawingml/2006/main" noGrp="1"/>
          </p:cNvSpPr>
          <p:nvPr/>
        </p:nvSpPr>
        <p:spPr>
          <a:xfrm xmlns:a="http://schemas.openxmlformats.org/drawingml/2006/main">
            <a:off x="6324600" y="2333625"/>
            <a:ext cx="2590800" cy="2381250"/>
          </a:xfrm>
          <a:prstGeom xmlns:a="http://schemas.openxmlformats.org/drawingml/2006/main" prst="roundRect">
            <a:avLst>
              <a:gd name="adj" fmla="val 4800"/>
            </a:avLst>
          </a:prstGeom>
          <a:solidFill xmlns:a="http://schemas.openxmlformats.org/drawingml/2006/main">
            <a:srgbClr val="EDF3FB"/>
          </a:solidFill>
          <a:ln xmlns:a="http://schemas.openxmlformats.org/drawingml/2006/main" w="14288">
            <a:solidFill>
              <a:srgbClr val="C9D8EB"/>
            </a:solidFill>
          </a:ln>
        </p:spPr>
      </p:sp>
      <p:sp>
        <p:nvSpPr>
          <p:cNvPr id="12" name="">
            <a:extLst xmlns:a="http://schemas.openxmlformats.org/drawingml/2006/main">
              <a:ext uri="{FF2B5EF4-FFF2-40B4-BE49-F238E27FC236}">
                <a16:creationId xmlns:a16="http://schemas.microsoft.com/office/drawing/2014/main" id="{248AC0BC-AE4D-4198-8530-5B1542301C40}"/>
              </a:ext>
            </a:extLst>
          </p:cNvPr>
          <p:cNvSpPr>
            <a:spLocks xmlns:a="http://schemas.openxmlformats.org/drawingml/2006/main" noGrp="1"/>
          </p:cNvSpPr>
          <p:nvPr/>
        </p:nvSpPr>
        <p:spPr>
          <a:xfrm xmlns:a="http://schemas.openxmlformats.org/drawingml/2006/main">
            <a:off x="6534150" y="25241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668C7"/>
                </a:solidFill>
                <a:latin typeface="Helvetica Neue"/>
                <a:ea typeface="Helvetica Neue"/>
                <a:cs typeface="Helvetica Neue"/>
              </a:defRPr>
            </a:defPPr>
            <a:lvl1pPr>
              <a:defRPr sz="1800" b="1">
                <a:solidFill>
                  <a:srgbClr val="1668C7"/>
                </a:solidFill>
                <a:latin typeface="Helvetica Neue"/>
                <a:ea typeface="Helvetica Neue"/>
                <a:cs typeface="Helvetica Neue"/>
              </a:defRPr>
            </a:lvl1pPr>
            <a:lvl2pPr>
              <a:defRPr sz="1800" b="1">
                <a:solidFill>
                  <a:srgbClr val="1668C7"/>
                </a:solidFill>
                <a:latin typeface="Helvetica Neue"/>
                <a:ea typeface="Helvetica Neue"/>
                <a:cs typeface="Helvetica Neue"/>
              </a:defRPr>
            </a:lvl2pPr>
            <a:lvl3pPr>
              <a:defRPr sz="1800" b="1">
                <a:solidFill>
                  <a:srgbClr val="1668C7"/>
                </a:solidFill>
                <a:latin typeface="Helvetica Neue"/>
                <a:ea typeface="Helvetica Neue"/>
                <a:cs typeface="Helvetica Neue"/>
              </a:defRPr>
            </a:lvl3pPr>
            <a:lvl4pPr>
              <a:defRPr sz="1800" b="1">
                <a:solidFill>
                  <a:srgbClr val="1668C7"/>
                </a:solidFill>
                <a:latin typeface="Helvetica Neue"/>
                <a:ea typeface="Helvetica Neue"/>
                <a:cs typeface="Helvetica Neue"/>
              </a:defRPr>
            </a:lvl4pPr>
            <a:lvl5pPr>
              <a:defRPr sz="1800" b="1">
                <a:solidFill>
                  <a:srgbClr val="1668C7"/>
                </a:solidFill>
                <a:latin typeface="Helvetica Neue"/>
                <a:ea typeface="Helvetica Neue"/>
                <a:cs typeface="Helvetica Neue"/>
              </a:defRPr>
            </a:lvl5pPr>
            <a:lvl6pPr>
              <a:defRPr sz="1800" b="1">
                <a:solidFill>
                  <a:srgbClr val="1668C7"/>
                </a:solidFill>
                <a:latin typeface="Helvetica Neue"/>
                <a:ea typeface="Helvetica Neue"/>
                <a:cs typeface="Helvetica Neue"/>
              </a:defRPr>
            </a:lvl6pPr>
            <a:lvl7pPr>
              <a:defRPr sz="1800" b="1">
                <a:solidFill>
                  <a:srgbClr val="1668C7"/>
                </a:solidFill>
                <a:latin typeface="Helvetica Neue"/>
                <a:ea typeface="Helvetica Neue"/>
                <a:cs typeface="Helvetica Neue"/>
              </a:defRPr>
            </a:lvl7pPr>
            <a:lvl8pPr>
              <a:defRPr sz="1800" b="1">
                <a:solidFill>
                  <a:srgbClr val="1668C7"/>
                </a:solidFill>
                <a:latin typeface="Helvetica Neue"/>
                <a:ea typeface="Helvetica Neue"/>
                <a:cs typeface="Helvetica Neue"/>
              </a:defRPr>
            </a:lvl8pPr>
            <a:lvl9pPr>
              <a:defRPr sz="1800" b="1">
                <a:solidFill>
                  <a:srgbClr val="1668C7"/>
                </a:solidFill>
                <a:latin typeface="Helvetica Neue"/>
                <a:ea typeface="Helvetica Neue"/>
                <a:cs typeface="Helvetica Neue"/>
              </a:defRPr>
            </a:lvl9pPr>
          </a:lstStyle>
          <a:p xmlns:a="http://schemas.openxmlformats.org/drawingml/2006/main">
            <a:pPr>
              <a:defRPr sz="1800" b="1">
                <a:solidFill>
                  <a:srgbClr val="1668C7"/>
                </a:solidFill>
                <a:latin typeface="Helvetica Neue"/>
                <a:ea typeface="Helvetica Neue"/>
                <a:cs typeface="Helvetica Neue"/>
              </a:defRPr>
            </a:pPr>
            <a:r>
              <a:rPr sz="1800" b="1">
                <a:solidFill>
                  <a:srgbClr val="1668C7"/>
                </a:solidFill>
                <a:latin typeface="Helvetica Neue"/>
                <a:ea typeface="Helvetica Neue"/>
                <a:cs typeface="Helvetica Neue"/>
              </a:rPr>
              <a:t>3. Анализ ответов</a:t>
            </a:r>
          </a:p>
        </p:txBody>
      </p:sp>
      <p:sp>
        <p:nvSpPr>
          <p:cNvPr id="13" name="">
            <a:extLst xmlns:a="http://schemas.openxmlformats.org/drawingml/2006/main">
              <a:ext uri="{FF2B5EF4-FFF2-40B4-BE49-F238E27FC236}">
                <a16:creationId xmlns:a16="http://schemas.microsoft.com/office/drawing/2014/main" id="{ACF28757-C917-47BD-9301-ADE1DD75571E}"/>
              </a:ext>
            </a:extLst>
          </p:cNvPr>
          <p:cNvSpPr>
            <a:spLocks xmlns:a="http://schemas.openxmlformats.org/drawingml/2006/main" noGrp="1"/>
          </p:cNvSpPr>
          <p:nvPr/>
        </p:nvSpPr>
        <p:spPr>
          <a:xfrm xmlns:a="http://schemas.openxmlformats.org/drawingml/2006/main">
            <a:off x="6534150" y="3048000"/>
            <a:ext cx="21717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До 8 завершённых</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результатов.</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Свежие ответы</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имеют больший вес.</a:t>
            </a:r>
          </a:p>
        </p:txBody>
      </p:sp>
      <p:sp>
        <p:nvSpPr>
          <p:cNvPr id="14" name="">
            <a:extLst xmlns:a="http://schemas.openxmlformats.org/drawingml/2006/main">
              <a:ext uri="{FF2B5EF4-FFF2-40B4-BE49-F238E27FC236}">
                <a16:creationId xmlns:a16="http://schemas.microsoft.com/office/drawing/2014/main" id="{52D441B1-FEFF-45B2-97CD-839C9A59ABDA}"/>
              </a:ext>
            </a:extLst>
          </p:cNvPr>
          <p:cNvSpPr>
            <a:spLocks xmlns:a="http://schemas.openxmlformats.org/drawingml/2006/main" noGrp="1"/>
          </p:cNvSpPr>
          <p:nvPr/>
        </p:nvSpPr>
        <p:spPr>
          <a:xfrm xmlns:a="http://schemas.openxmlformats.org/drawingml/2006/main">
            <a:off x="9182100" y="2333625"/>
            <a:ext cx="2590800" cy="2381250"/>
          </a:xfrm>
          <a:prstGeom xmlns:a="http://schemas.openxmlformats.org/drawingml/2006/main" prst="roundRect">
            <a:avLst>
              <a:gd name="adj" fmla="val 4800"/>
            </a:avLst>
          </a:prstGeom>
          <a:solidFill xmlns:a="http://schemas.openxmlformats.org/drawingml/2006/main">
            <a:srgbClr val="EDF3FB"/>
          </a:solidFill>
          <a:ln xmlns:a="http://schemas.openxmlformats.org/drawingml/2006/main" w="14288">
            <a:solidFill>
              <a:srgbClr val="C9D8EB"/>
            </a:solidFill>
          </a:ln>
        </p:spPr>
      </p:sp>
      <p:sp>
        <p:nvSpPr>
          <p:cNvPr id="15" name="">
            <a:extLst xmlns:a="http://schemas.openxmlformats.org/drawingml/2006/main">
              <a:ext uri="{FF2B5EF4-FFF2-40B4-BE49-F238E27FC236}">
                <a16:creationId xmlns:a16="http://schemas.microsoft.com/office/drawing/2014/main" id="{10DB6867-979E-4E2D-B0CA-93C67C3FB15A}"/>
              </a:ext>
            </a:extLst>
          </p:cNvPr>
          <p:cNvSpPr>
            <a:spLocks xmlns:a="http://schemas.openxmlformats.org/drawingml/2006/main" noGrp="1"/>
          </p:cNvSpPr>
          <p:nvPr/>
        </p:nvSpPr>
        <p:spPr>
          <a:xfrm xmlns:a="http://schemas.openxmlformats.org/drawingml/2006/main">
            <a:off x="9391650" y="25241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668C7"/>
                </a:solidFill>
                <a:latin typeface="Helvetica Neue"/>
                <a:ea typeface="Helvetica Neue"/>
                <a:cs typeface="Helvetica Neue"/>
              </a:defRPr>
            </a:defPPr>
            <a:lvl1pPr>
              <a:defRPr sz="1800" b="1">
                <a:solidFill>
                  <a:srgbClr val="1668C7"/>
                </a:solidFill>
                <a:latin typeface="Helvetica Neue"/>
                <a:ea typeface="Helvetica Neue"/>
                <a:cs typeface="Helvetica Neue"/>
              </a:defRPr>
            </a:lvl1pPr>
            <a:lvl2pPr>
              <a:defRPr sz="1800" b="1">
                <a:solidFill>
                  <a:srgbClr val="1668C7"/>
                </a:solidFill>
                <a:latin typeface="Helvetica Neue"/>
                <a:ea typeface="Helvetica Neue"/>
                <a:cs typeface="Helvetica Neue"/>
              </a:defRPr>
            </a:lvl2pPr>
            <a:lvl3pPr>
              <a:defRPr sz="1800" b="1">
                <a:solidFill>
                  <a:srgbClr val="1668C7"/>
                </a:solidFill>
                <a:latin typeface="Helvetica Neue"/>
                <a:ea typeface="Helvetica Neue"/>
                <a:cs typeface="Helvetica Neue"/>
              </a:defRPr>
            </a:lvl3pPr>
            <a:lvl4pPr>
              <a:defRPr sz="1800" b="1">
                <a:solidFill>
                  <a:srgbClr val="1668C7"/>
                </a:solidFill>
                <a:latin typeface="Helvetica Neue"/>
                <a:ea typeface="Helvetica Neue"/>
                <a:cs typeface="Helvetica Neue"/>
              </a:defRPr>
            </a:lvl4pPr>
            <a:lvl5pPr>
              <a:defRPr sz="1800" b="1">
                <a:solidFill>
                  <a:srgbClr val="1668C7"/>
                </a:solidFill>
                <a:latin typeface="Helvetica Neue"/>
                <a:ea typeface="Helvetica Neue"/>
                <a:cs typeface="Helvetica Neue"/>
              </a:defRPr>
            </a:lvl5pPr>
            <a:lvl6pPr>
              <a:defRPr sz="1800" b="1">
                <a:solidFill>
                  <a:srgbClr val="1668C7"/>
                </a:solidFill>
                <a:latin typeface="Helvetica Neue"/>
                <a:ea typeface="Helvetica Neue"/>
                <a:cs typeface="Helvetica Neue"/>
              </a:defRPr>
            </a:lvl6pPr>
            <a:lvl7pPr>
              <a:defRPr sz="1800" b="1">
                <a:solidFill>
                  <a:srgbClr val="1668C7"/>
                </a:solidFill>
                <a:latin typeface="Helvetica Neue"/>
                <a:ea typeface="Helvetica Neue"/>
                <a:cs typeface="Helvetica Neue"/>
              </a:defRPr>
            </a:lvl7pPr>
            <a:lvl8pPr>
              <a:defRPr sz="1800" b="1">
                <a:solidFill>
                  <a:srgbClr val="1668C7"/>
                </a:solidFill>
                <a:latin typeface="Helvetica Neue"/>
                <a:ea typeface="Helvetica Neue"/>
                <a:cs typeface="Helvetica Neue"/>
              </a:defRPr>
            </a:lvl8pPr>
            <a:lvl9pPr>
              <a:defRPr sz="1800" b="1">
                <a:solidFill>
                  <a:srgbClr val="1668C7"/>
                </a:solidFill>
                <a:latin typeface="Helvetica Neue"/>
                <a:ea typeface="Helvetica Neue"/>
                <a:cs typeface="Helvetica Neue"/>
              </a:defRPr>
            </a:lvl9pPr>
          </a:lstStyle>
          <a:p xmlns:a="http://schemas.openxmlformats.org/drawingml/2006/main">
            <a:pPr>
              <a:defRPr sz="1800" b="1">
                <a:solidFill>
                  <a:srgbClr val="1668C7"/>
                </a:solidFill>
                <a:latin typeface="Helvetica Neue"/>
                <a:ea typeface="Helvetica Neue"/>
                <a:cs typeface="Helvetica Neue"/>
              </a:defRPr>
            </a:pPr>
            <a:r>
              <a:rPr sz="1800" b="1">
                <a:solidFill>
                  <a:srgbClr val="1668C7"/>
                </a:solidFill>
                <a:latin typeface="Helvetica Neue"/>
                <a:ea typeface="Helvetica Neue"/>
                <a:cs typeface="Helvetica Neue"/>
              </a:rPr>
              <a:t>4. Адаптация</a:t>
            </a:r>
          </a:p>
        </p:txBody>
      </p:sp>
      <p:sp>
        <p:nvSpPr>
          <p:cNvPr id="16" name="">
            <a:extLst xmlns:a="http://schemas.openxmlformats.org/drawingml/2006/main">
              <a:ext uri="{FF2B5EF4-FFF2-40B4-BE49-F238E27FC236}">
                <a16:creationId xmlns:a16="http://schemas.microsoft.com/office/drawing/2014/main" id="{0CF39AD8-AB3D-43DE-9C6D-0EF45E068CD7}"/>
              </a:ext>
            </a:extLst>
          </p:cNvPr>
          <p:cNvSpPr>
            <a:spLocks xmlns:a="http://schemas.openxmlformats.org/drawingml/2006/main" noGrp="1"/>
          </p:cNvSpPr>
          <p:nvPr/>
        </p:nvSpPr>
        <p:spPr>
          <a:xfrm xmlns:a="http://schemas.openxmlformats.org/drawingml/2006/main">
            <a:off x="9391650" y="3048000"/>
            <a:ext cx="21717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Точность и степень</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самостоятельности:</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уровень 1–3.</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Приоритет новым</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 редким заданиям.</a:t>
            </a:r>
          </a:p>
        </p:txBody>
      </p:sp>
      <p:sp>
        <p:nvSpPr>
          <p:cNvPr id="17" name="">
            <a:extLst xmlns:a="http://schemas.openxmlformats.org/drawingml/2006/main">
              <a:ext uri="{FF2B5EF4-FFF2-40B4-BE49-F238E27FC236}">
                <a16:creationId xmlns:a16="http://schemas.microsoft.com/office/drawing/2014/main" id="{8D5124A4-2C95-4BC3-911F-CDF68D0991B7}"/>
              </a:ext>
            </a:extLst>
          </p:cNvPr>
          <p:cNvSpPr>
            <a:spLocks xmlns:a="http://schemas.openxmlformats.org/drawingml/2006/main" noGrp="1"/>
          </p:cNvSpPr>
          <p:nvPr/>
        </p:nvSpPr>
        <p:spPr>
          <a:xfrm xmlns:a="http://schemas.openxmlformats.org/drawingml/2006/main">
            <a:off x="12039600" y="2333625"/>
            <a:ext cx="2590800" cy="2381250"/>
          </a:xfrm>
          <a:prstGeom xmlns:a="http://schemas.openxmlformats.org/drawingml/2006/main" prst="roundRect">
            <a:avLst>
              <a:gd name="adj" fmla="val 4800"/>
            </a:avLst>
          </a:prstGeom>
          <a:solidFill xmlns:a="http://schemas.openxmlformats.org/drawingml/2006/main">
            <a:srgbClr val="EDF6F1"/>
          </a:solidFill>
          <a:ln xmlns:a="http://schemas.openxmlformats.org/drawingml/2006/main" w="14288">
            <a:solidFill>
              <a:srgbClr val="BCD8CA"/>
            </a:solidFill>
          </a:ln>
        </p:spPr>
      </p:sp>
      <p:sp>
        <p:nvSpPr>
          <p:cNvPr id="18" name="">
            <a:extLst xmlns:a="http://schemas.openxmlformats.org/drawingml/2006/main">
              <a:ext uri="{FF2B5EF4-FFF2-40B4-BE49-F238E27FC236}">
                <a16:creationId xmlns:a16="http://schemas.microsoft.com/office/drawing/2014/main" id="{87448127-268A-40FD-8FBD-59747AC514C1}"/>
              </a:ext>
            </a:extLst>
          </p:cNvPr>
          <p:cNvSpPr>
            <a:spLocks xmlns:a="http://schemas.openxmlformats.org/drawingml/2006/main" noGrp="1"/>
          </p:cNvSpPr>
          <p:nvPr/>
        </p:nvSpPr>
        <p:spPr>
          <a:xfrm xmlns:a="http://schemas.openxmlformats.org/drawingml/2006/main">
            <a:off x="12249150" y="2524125"/>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47565"/>
                </a:solidFill>
                <a:latin typeface="Helvetica Neue"/>
                <a:ea typeface="Helvetica Neue"/>
                <a:cs typeface="Helvetica Neue"/>
              </a:defRPr>
            </a:defPPr>
            <a:lvl1pPr>
              <a:defRPr sz="1800" b="1">
                <a:solidFill>
                  <a:srgbClr val="347565"/>
                </a:solidFill>
                <a:latin typeface="Helvetica Neue"/>
                <a:ea typeface="Helvetica Neue"/>
                <a:cs typeface="Helvetica Neue"/>
              </a:defRPr>
            </a:lvl1pPr>
            <a:lvl2pPr>
              <a:defRPr sz="1800" b="1">
                <a:solidFill>
                  <a:srgbClr val="347565"/>
                </a:solidFill>
                <a:latin typeface="Helvetica Neue"/>
                <a:ea typeface="Helvetica Neue"/>
                <a:cs typeface="Helvetica Neue"/>
              </a:defRPr>
            </a:lvl2pPr>
            <a:lvl3pPr>
              <a:defRPr sz="1800" b="1">
                <a:solidFill>
                  <a:srgbClr val="347565"/>
                </a:solidFill>
                <a:latin typeface="Helvetica Neue"/>
                <a:ea typeface="Helvetica Neue"/>
                <a:cs typeface="Helvetica Neue"/>
              </a:defRPr>
            </a:lvl3pPr>
            <a:lvl4pPr>
              <a:defRPr sz="1800" b="1">
                <a:solidFill>
                  <a:srgbClr val="347565"/>
                </a:solidFill>
                <a:latin typeface="Helvetica Neue"/>
                <a:ea typeface="Helvetica Neue"/>
                <a:cs typeface="Helvetica Neue"/>
              </a:defRPr>
            </a:lvl4pPr>
            <a:lvl5pPr>
              <a:defRPr sz="1800" b="1">
                <a:solidFill>
                  <a:srgbClr val="347565"/>
                </a:solidFill>
                <a:latin typeface="Helvetica Neue"/>
                <a:ea typeface="Helvetica Neue"/>
                <a:cs typeface="Helvetica Neue"/>
              </a:defRPr>
            </a:lvl5pPr>
            <a:lvl6pPr>
              <a:defRPr sz="1800" b="1">
                <a:solidFill>
                  <a:srgbClr val="347565"/>
                </a:solidFill>
                <a:latin typeface="Helvetica Neue"/>
                <a:ea typeface="Helvetica Neue"/>
                <a:cs typeface="Helvetica Neue"/>
              </a:defRPr>
            </a:lvl6pPr>
            <a:lvl7pPr>
              <a:defRPr sz="1800" b="1">
                <a:solidFill>
                  <a:srgbClr val="347565"/>
                </a:solidFill>
                <a:latin typeface="Helvetica Neue"/>
                <a:ea typeface="Helvetica Neue"/>
                <a:cs typeface="Helvetica Neue"/>
              </a:defRPr>
            </a:lvl7pPr>
            <a:lvl8pPr>
              <a:defRPr sz="1800" b="1">
                <a:solidFill>
                  <a:srgbClr val="347565"/>
                </a:solidFill>
                <a:latin typeface="Helvetica Neue"/>
                <a:ea typeface="Helvetica Neue"/>
                <a:cs typeface="Helvetica Neue"/>
              </a:defRPr>
            </a:lvl8pPr>
            <a:lvl9pPr>
              <a:defRPr sz="1800" b="1">
                <a:solidFill>
                  <a:srgbClr val="347565"/>
                </a:solidFill>
                <a:latin typeface="Helvetica Neue"/>
                <a:ea typeface="Helvetica Neue"/>
                <a:cs typeface="Helvetica Neue"/>
              </a:defRPr>
            </a:lvl9pPr>
          </a:lstStyle>
          <a:p xmlns:a="http://schemas.openxmlformats.org/drawingml/2006/main">
            <a:pPr>
              <a:defRPr sz="1800" b="1">
                <a:solidFill>
                  <a:srgbClr val="347565"/>
                </a:solidFill>
                <a:latin typeface="Helvetica Neue"/>
                <a:ea typeface="Helvetica Neue"/>
                <a:cs typeface="Helvetica Neue"/>
              </a:defRPr>
            </a:pPr>
            <a:r>
              <a:rPr sz="1800" b="1">
                <a:solidFill>
                  <a:srgbClr val="347565"/>
                </a:solidFill>
                <a:latin typeface="Helvetica Neue"/>
                <a:ea typeface="Helvetica Neue"/>
                <a:cs typeface="Helvetica Neue"/>
              </a:rPr>
              <a:t>5. Готовый план</a:t>
            </a:r>
          </a:p>
        </p:txBody>
      </p:sp>
      <p:sp>
        <p:nvSpPr>
          <p:cNvPr id="19" name="">
            <a:extLst xmlns:a="http://schemas.openxmlformats.org/drawingml/2006/main">
              <a:ext uri="{FF2B5EF4-FFF2-40B4-BE49-F238E27FC236}">
                <a16:creationId xmlns:a16="http://schemas.microsoft.com/office/drawing/2014/main" id="{12A18C5F-1897-4817-ACAE-80AA12693224}"/>
              </a:ext>
            </a:extLst>
          </p:cNvPr>
          <p:cNvSpPr>
            <a:spLocks xmlns:a="http://schemas.openxmlformats.org/drawingml/2006/main" noGrp="1"/>
          </p:cNvSpPr>
          <p:nvPr/>
        </p:nvSpPr>
        <p:spPr>
          <a:xfrm xmlns:a="http://schemas.openxmlformats.org/drawingml/2006/main">
            <a:off x="12249150" y="3048000"/>
            <a:ext cx="21717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План с параметрами</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 объяснением.</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Следующий план</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учтёт новые ответы.</a:t>
            </a:r>
          </a:p>
        </p:txBody>
      </p:sp>
      <p:sp>
        <p:nvSpPr>
          <p:cNvPr id="24" name="">
            <a:extLst xmlns:a="http://schemas.openxmlformats.org/drawingml/2006/main">
              <a:ext uri="{FF2B5EF4-FFF2-40B4-BE49-F238E27FC236}">
                <a16:creationId xmlns:a16="http://schemas.microsoft.com/office/drawing/2014/main" id="{F1EADDAD-CEEE-494E-957F-AD6345CCB99C}"/>
              </a:ext>
            </a:extLst>
          </p:cNvPr>
          <p:cNvSpPr>
            <a:spLocks xmlns:a="http://schemas.openxmlformats.org/drawingml/2006/main" noGrp="1"/>
          </p:cNvSpPr>
          <p:nvPr/>
        </p:nvSpPr>
        <p:spPr>
          <a:xfrm xmlns:a="http://schemas.openxmlformats.org/drawingml/2006/main">
            <a:off x="609600" y="4933950"/>
            <a:ext cx="14020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F6D82"/>
                </a:solidFill>
                <a:latin typeface="Helvetica Neue"/>
                <a:ea typeface="Helvetica Neue"/>
                <a:cs typeface="Helvetica Neue"/>
              </a:defRPr>
            </a:defPPr>
            <a:lvl1pPr>
              <a:defRPr sz="1725" b="0">
                <a:solidFill>
                  <a:srgbClr val="5F6D82"/>
                </a:solidFill>
                <a:latin typeface="Helvetica Neue"/>
                <a:ea typeface="Helvetica Neue"/>
                <a:cs typeface="Helvetica Neue"/>
              </a:defRPr>
            </a:lvl1pPr>
            <a:lvl2pPr>
              <a:defRPr sz="1725" b="0">
                <a:solidFill>
                  <a:srgbClr val="5F6D82"/>
                </a:solidFill>
                <a:latin typeface="Helvetica Neue"/>
                <a:ea typeface="Helvetica Neue"/>
                <a:cs typeface="Helvetica Neue"/>
              </a:defRPr>
            </a:lvl2pPr>
            <a:lvl3pPr>
              <a:defRPr sz="1725" b="0">
                <a:solidFill>
                  <a:srgbClr val="5F6D82"/>
                </a:solidFill>
                <a:latin typeface="Helvetica Neue"/>
                <a:ea typeface="Helvetica Neue"/>
                <a:cs typeface="Helvetica Neue"/>
              </a:defRPr>
            </a:lvl3pPr>
            <a:lvl4pPr>
              <a:defRPr sz="1725" b="0">
                <a:solidFill>
                  <a:srgbClr val="5F6D82"/>
                </a:solidFill>
                <a:latin typeface="Helvetica Neue"/>
                <a:ea typeface="Helvetica Neue"/>
                <a:cs typeface="Helvetica Neue"/>
              </a:defRPr>
            </a:lvl4pPr>
            <a:lvl5pPr>
              <a:defRPr sz="1725" b="0">
                <a:solidFill>
                  <a:srgbClr val="5F6D82"/>
                </a:solidFill>
                <a:latin typeface="Helvetica Neue"/>
                <a:ea typeface="Helvetica Neue"/>
                <a:cs typeface="Helvetica Neue"/>
              </a:defRPr>
            </a:lvl5pPr>
            <a:lvl6pPr>
              <a:defRPr sz="1725" b="0">
                <a:solidFill>
                  <a:srgbClr val="5F6D82"/>
                </a:solidFill>
                <a:latin typeface="Helvetica Neue"/>
                <a:ea typeface="Helvetica Neue"/>
                <a:cs typeface="Helvetica Neue"/>
              </a:defRPr>
            </a:lvl6pPr>
            <a:lvl7pPr>
              <a:defRPr sz="1725" b="0">
                <a:solidFill>
                  <a:srgbClr val="5F6D82"/>
                </a:solidFill>
                <a:latin typeface="Helvetica Neue"/>
                <a:ea typeface="Helvetica Neue"/>
                <a:cs typeface="Helvetica Neue"/>
              </a:defRPr>
            </a:lvl7pPr>
            <a:lvl8pPr>
              <a:defRPr sz="1725" b="0">
                <a:solidFill>
                  <a:srgbClr val="5F6D82"/>
                </a:solidFill>
                <a:latin typeface="Helvetica Neue"/>
                <a:ea typeface="Helvetica Neue"/>
                <a:cs typeface="Helvetica Neue"/>
              </a:defRPr>
            </a:lvl8pPr>
            <a:lvl9pPr>
              <a:defRPr sz="1725" b="0">
                <a:solidFill>
                  <a:srgbClr val="5F6D82"/>
                </a:solidFill>
                <a:latin typeface="Helvetica Neue"/>
                <a:ea typeface="Helvetica Neue"/>
                <a:cs typeface="Helvetica Neue"/>
              </a:defRPr>
            </a:lvl9pPr>
          </a:lstStyle>
          <a:p xmlns:a="http://schemas.openxmlformats.org/drawingml/2006/main">
            <a:pPr>
              <a:defRPr sz="1725" b="0">
                <a:solidFill>
                  <a:srgbClr val="5F6D82"/>
                </a:solidFill>
                <a:latin typeface="Helvetica Neue"/>
                <a:ea typeface="Helvetica Neue"/>
                <a:cs typeface="Helvetica Neue"/>
              </a:defRPr>
            </a:pPr>
            <a:r>
              <a:rPr sz="1725" b="0">
                <a:solidFill>
                  <a:srgbClr val="5F6D82"/>
                </a:solidFill>
                <a:latin typeface="Helvetica Neue"/>
                <a:ea typeface="Helvetica Neue"/>
                <a:cs typeface="Helvetica Neue"/>
              </a:rPr>
              <a:t>При нехватке данных сохраняется уровень 1. Отказы, паузы и технические ошибки не снижают точность.</a:t>
            </a:r>
          </a:p>
        </p:txBody>
      </p:sp>
      <p:sp>
        <p:nvSpPr>
          <p:cNvPr id="25" name="">
            <a:extLst xmlns:a="http://schemas.openxmlformats.org/drawingml/2006/main">
              <a:ext uri="{FF2B5EF4-FFF2-40B4-BE49-F238E27FC236}">
                <a16:creationId xmlns:a16="http://schemas.microsoft.com/office/drawing/2014/main" id="{61FABAB2-2E50-44C1-B589-012E297A44AF}"/>
              </a:ext>
            </a:extLst>
          </p:cNvPr>
          <p:cNvSpPr>
            <a:spLocks xmlns:a="http://schemas.openxmlformats.org/drawingml/2006/main" noGrp="1"/>
          </p:cNvSpPr>
          <p:nvPr/>
        </p:nvSpPr>
        <p:spPr>
          <a:xfrm xmlns:a="http://schemas.openxmlformats.org/drawingml/2006/main">
            <a:off x="609600" y="5581650"/>
            <a:ext cx="14020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668C7"/>
                </a:solidFill>
                <a:latin typeface="Helvetica Neue"/>
                <a:ea typeface="Helvetica Neue"/>
                <a:cs typeface="Helvetica Neue"/>
              </a:defRPr>
            </a:defPPr>
            <a:lvl1pPr>
              <a:defRPr sz="2250" b="1">
                <a:solidFill>
                  <a:srgbClr val="1668C7"/>
                </a:solidFill>
                <a:latin typeface="Helvetica Neue"/>
                <a:ea typeface="Helvetica Neue"/>
                <a:cs typeface="Helvetica Neue"/>
              </a:defRPr>
            </a:lvl1pPr>
            <a:lvl2pPr>
              <a:defRPr sz="2250" b="1">
                <a:solidFill>
                  <a:srgbClr val="1668C7"/>
                </a:solidFill>
                <a:latin typeface="Helvetica Neue"/>
                <a:ea typeface="Helvetica Neue"/>
                <a:cs typeface="Helvetica Neue"/>
              </a:defRPr>
            </a:lvl2pPr>
            <a:lvl3pPr>
              <a:defRPr sz="2250" b="1">
                <a:solidFill>
                  <a:srgbClr val="1668C7"/>
                </a:solidFill>
                <a:latin typeface="Helvetica Neue"/>
                <a:ea typeface="Helvetica Neue"/>
                <a:cs typeface="Helvetica Neue"/>
              </a:defRPr>
            </a:lvl3pPr>
            <a:lvl4pPr>
              <a:defRPr sz="2250" b="1">
                <a:solidFill>
                  <a:srgbClr val="1668C7"/>
                </a:solidFill>
                <a:latin typeface="Helvetica Neue"/>
                <a:ea typeface="Helvetica Neue"/>
                <a:cs typeface="Helvetica Neue"/>
              </a:defRPr>
            </a:lvl4pPr>
            <a:lvl5pPr>
              <a:defRPr sz="2250" b="1">
                <a:solidFill>
                  <a:srgbClr val="1668C7"/>
                </a:solidFill>
                <a:latin typeface="Helvetica Neue"/>
                <a:ea typeface="Helvetica Neue"/>
                <a:cs typeface="Helvetica Neue"/>
              </a:defRPr>
            </a:lvl5pPr>
            <a:lvl6pPr>
              <a:defRPr sz="2250" b="1">
                <a:solidFill>
                  <a:srgbClr val="1668C7"/>
                </a:solidFill>
                <a:latin typeface="Helvetica Neue"/>
                <a:ea typeface="Helvetica Neue"/>
                <a:cs typeface="Helvetica Neue"/>
              </a:defRPr>
            </a:lvl6pPr>
            <a:lvl7pPr>
              <a:defRPr sz="2250" b="1">
                <a:solidFill>
                  <a:srgbClr val="1668C7"/>
                </a:solidFill>
                <a:latin typeface="Helvetica Neue"/>
                <a:ea typeface="Helvetica Neue"/>
                <a:cs typeface="Helvetica Neue"/>
              </a:defRPr>
            </a:lvl7pPr>
            <a:lvl8pPr>
              <a:defRPr sz="2250" b="1">
                <a:solidFill>
                  <a:srgbClr val="1668C7"/>
                </a:solidFill>
                <a:latin typeface="Helvetica Neue"/>
                <a:ea typeface="Helvetica Neue"/>
                <a:cs typeface="Helvetica Neue"/>
              </a:defRPr>
            </a:lvl8pPr>
            <a:lvl9pPr>
              <a:defRPr sz="2250" b="1">
                <a:solidFill>
                  <a:srgbClr val="1668C7"/>
                </a:solidFill>
                <a:latin typeface="Helvetica Neue"/>
                <a:ea typeface="Helvetica Neue"/>
                <a:cs typeface="Helvetica Neue"/>
              </a:defRPr>
            </a:lvl9pPr>
          </a:lstStyle>
          <a:p xmlns:a="http://schemas.openxmlformats.org/drawingml/2006/main">
            <a:pPr>
              <a:defRPr sz="2250" b="1">
                <a:solidFill>
                  <a:srgbClr val="1668C7"/>
                </a:solidFill>
                <a:latin typeface="Helvetica Neue"/>
                <a:ea typeface="Helvetica Neue"/>
                <a:cs typeface="Helvetica Neue"/>
              </a:defRPr>
            </a:pPr>
            <a:r>
              <a:rPr sz="2250" b="1">
                <a:solidFill>
                  <a:srgbClr val="1668C7"/>
                </a:solidFill>
                <a:latin typeface="Helvetica Neue"/>
                <a:ea typeface="Helvetica Neue"/>
                <a:cs typeface="Helvetica Neue"/>
              </a:rPr>
              <a:t>Родительский помощник</a:t>
            </a:r>
          </a:p>
        </p:txBody>
      </p:sp>
      <p:sp>
        <p:nvSpPr>
          <p:cNvPr id="26" name="">
            <a:extLst xmlns:a="http://schemas.openxmlformats.org/drawingml/2006/main">
              <a:ext uri="{FF2B5EF4-FFF2-40B4-BE49-F238E27FC236}">
                <a16:creationId xmlns:a16="http://schemas.microsoft.com/office/drawing/2014/main" id="{7B1A8B5F-1C3D-4A21-AB6E-6349C25C9E2B}"/>
              </a:ext>
            </a:extLst>
          </p:cNvPr>
          <p:cNvSpPr>
            <a:spLocks xmlns:a="http://schemas.openxmlformats.org/drawingml/2006/main" noGrp="1"/>
          </p:cNvSpPr>
          <p:nvPr/>
        </p:nvSpPr>
        <p:spPr>
          <a:xfrm xmlns:a="http://schemas.openxmlformats.org/drawingml/2006/main">
            <a:off x="609600" y="6048375"/>
            <a:ext cx="3162300" cy="1762125"/>
          </a:xfrm>
          <a:prstGeom xmlns:a="http://schemas.openxmlformats.org/drawingml/2006/main" prst="roundRect">
            <a:avLst>
              <a:gd name="adj" fmla="val 6486"/>
            </a:avLst>
          </a:prstGeom>
          <a:solidFill xmlns:a="http://schemas.openxmlformats.org/drawingml/2006/main">
            <a:srgbClr val="EDF3FB"/>
          </a:solidFill>
          <a:ln xmlns:a="http://schemas.openxmlformats.org/drawingml/2006/main" w="14288">
            <a:solidFill>
              <a:srgbClr val="C9D8EB"/>
            </a:solidFill>
          </a:ln>
        </p:spPr>
      </p:sp>
      <p:sp>
        <p:nvSpPr>
          <p:cNvPr id="27" name="">
            <a:extLst xmlns:a="http://schemas.openxmlformats.org/drawingml/2006/main">
              <a:ext uri="{FF2B5EF4-FFF2-40B4-BE49-F238E27FC236}">
                <a16:creationId xmlns:a16="http://schemas.microsoft.com/office/drawing/2014/main" id="{1955A88B-759A-492F-920E-092EAB472F20}"/>
              </a:ext>
            </a:extLst>
          </p:cNvPr>
          <p:cNvSpPr>
            <a:spLocks xmlns:a="http://schemas.openxmlformats.org/drawingml/2006/main" noGrp="1"/>
          </p:cNvSpPr>
          <p:nvPr/>
        </p:nvSpPr>
        <p:spPr>
          <a:xfrm xmlns:a="http://schemas.openxmlformats.org/drawingml/2006/main">
            <a:off x="819150" y="6238875"/>
            <a:ext cx="274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Вопрос родителя</a:t>
            </a:r>
          </a:p>
        </p:txBody>
      </p:sp>
      <p:sp>
        <p:nvSpPr>
          <p:cNvPr id="28" name="">
            <a:extLst xmlns:a="http://schemas.openxmlformats.org/drawingml/2006/main">
              <a:ext uri="{FF2B5EF4-FFF2-40B4-BE49-F238E27FC236}">
                <a16:creationId xmlns:a16="http://schemas.microsoft.com/office/drawing/2014/main" id="{AD9061B6-5FC0-49E5-818C-FBDA7A3C5CFC}"/>
              </a:ext>
            </a:extLst>
          </p:cNvPr>
          <p:cNvSpPr>
            <a:spLocks xmlns:a="http://schemas.openxmlformats.org/drawingml/2006/main" noGrp="1"/>
          </p:cNvSpPr>
          <p:nvPr/>
        </p:nvSpPr>
        <p:spPr>
          <a:xfrm xmlns:a="http://schemas.openxmlformats.org/drawingml/2006/main">
            <a:off x="819150" y="6762750"/>
            <a:ext cx="2743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Родитель вводит вопрос</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о домашней практике.</a:t>
            </a:r>
          </a:p>
        </p:txBody>
      </p:sp>
      <p:sp>
        <p:nvSpPr>
          <p:cNvPr id="29" name="">
            <a:extLst xmlns:a="http://schemas.openxmlformats.org/drawingml/2006/main">
              <a:ext uri="{FF2B5EF4-FFF2-40B4-BE49-F238E27FC236}">
                <a16:creationId xmlns:a16="http://schemas.microsoft.com/office/drawing/2014/main" id="{C057D71F-B062-4977-AA42-332E72A359AB}"/>
              </a:ext>
            </a:extLst>
          </p:cNvPr>
          <p:cNvSpPr>
            <a:spLocks xmlns:a="http://schemas.openxmlformats.org/drawingml/2006/main" noGrp="1"/>
          </p:cNvSpPr>
          <p:nvPr/>
        </p:nvSpPr>
        <p:spPr>
          <a:xfrm xmlns:a="http://schemas.openxmlformats.org/drawingml/2006/main">
            <a:off x="4229100" y="6048375"/>
            <a:ext cx="3162300" cy="1762125"/>
          </a:xfrm>
          <a:prstGeom xmlns:a="http://schemas.openxmlformats.org/drawingml/2006/main" prst="roundRect">
            <a:avLst>
              <a:gd name="adj" fmla="val 6486"/>
            </a:avLst>
          </a:prstGeom>
          <a:solidFill xmlns:a="http://schemas.openxmlformats.org/drawingml/2006/main">
            <a:srgbClr val="EDF3FB"/>
          </a:solidFill>
          <a:ln xmlns:a="http://schemas.openxmlformats.org/drawingml/2006/main" w="14288">
            <a:solidFill>
              <a:srgbClr val="C9D8EB"/>
            </a:solidFill>
          </a:ln>
        </p:spPr>
      </p:sp>
      <p:sp>
        <p:nvSpPr>
          <p:cNvPr id="30" name="">
            <a:extLst xmlns:a="http://schemas.openxmlformats.org/drawingml/2006/main">
              <a:ext uri="{FF2B5EF4-FFF2-40B4-BE49-F238E27FC236}">
                <a16:creationId xmlns:a16="http://schemas.microsoft.com/office/drawing/2014/main" id="{CFFCC245-06E0-4604-941D-BF1DDD004BD1}"/>
              </a:ext>
            </a:extLst>
          </p:cNvPr>
          <p:cNvSpPr>
            <a:spLocks xmlns:a="http://schemas.openxmlformats.org/drawingml/2006/main" noGrp="1"/>
          </p:cNvSpPr>
          <p:nvPr/>
        </p:nvSpPr>
        <p:spPr>
          <a:xfrm xmlns:a="http://schemas.openxmlformats.org/drawingml/2006/main">
            <a:off x="4438650" y="6238875"/>
            <a:ext cx="274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Проверка темы</a:t>
            </a:r>
          </a:p>
        </p:txBody>
      </p:sp>
      <p:sp>
        <p:nvSpPr>
          <p:cNvPr id="31" name="">
            <a:extLst xmlns:a="http://schemas.openxmlformats.org/drawingml/2006/main">
              <a:ext uri="{FF2B5EF4-FFF2-40B4-BE49-F238E27FC236}">
                <a16:creationId xmlns:a16="http://schemas.microsoft.com/office/drawing/2014/main" id="{DC3744B1-1BDA-4EBE-B3ED-A129F50250C6}"/>
              </a:ext>
            </a:extLst>
          </p:cNvPr>
          <p:cNvSpPr>
            <a:spLocks xmlns:a="http://schemas.openxmlformats.org/drawingml/2006/main" noGrp="1"/>
          </p:cNvSpPr>
          <p:nvPr/>
        </p:nvSpPr>
        <p:spPr>
          <a:xfrm xmlns:a="http://schemas.openxmlformats.org/drawingml/2006/main">
            <a:off x="4438650" y="6762750"/>
            <a:ext cx="2743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Правила ищут признаки</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риска, отказа или AAC.</a:t>
            </a:r>
          </a:p>
        </p:txBody>
      </p:sp>
      <p:sp>
        <p:nvSpPr>
          <p:cNvPr id="32" name="">
            <a:extLst xmlns:a="http://schemas.openxmlformats.org/drawingml/2006/main">
              <a:ext uri="{FF2B5EF4-FFF2-40B4-BE49-F238E27FC236}">
                <a16:creationId xmlns:a16="http://schemas.microsoft.com/office/drawing/2014/main" id="{AB7E6D63-2E55-44D2-8070-B41379607444}"/>
              </a:ext>
            </a:extLst>
          </p:cNvPr>
          <p:cNvSpPr>
            <a:spLocks xmlns:a="http://schemas.openxmlformats.org/drawingml/2006/main" noGrp="1"/>
          </p:cNvSpPr>
          <p:nvPr/>
        </p:nvSpPr>
        <p:spPr>
          <a:xfrm xmlns:a="http://schemas.openxmlformats.org/drawingml/2006/main">
            <a:off x="7848600" y="6048375"/>
            <a:ext cx="3162300" cy="1762125"/>
          </a:xfrm>
          <a:prstGeom xmlns:a="http://schemas.openxmlformats.org/drawingml/2006/main" prst="roundRect">
            <a:avLst>
              <a:gd name="adj" fmla="val 6486"/>
            </a:avLst>
          </a:prstGeom>
          <a:solidFill xmlns:a="http://schemas.openxmlformats.org/drawingml/2006/main">
            <a:srgbClr val="EDF3FB"/>
          </a:solidFill>
          <a:ln xmlns:a="http://schemas.openxmlformats.org/drawingml/2006/main" w="14288">
            <a:solidFill>
              <a:srgbClr val="C9D8EB"/>
            </a:solidFill>
          </a:ln>
        </p:spPr>
      </p:sp>
      <p:sp>
        <p:nvSpPr>
          <p:cNvPr id="33" name="">
            <a:extLst xmlns:a="http://schemas.openxmlformats.org/drawingml/2006/main">
              <a:ext uri="{FF2B5EF4-FFF2-40B4-BE49-F238E27FC236}">
                <a16:creationId xmlns:a16="http://schemas.microsoft.com/office/drawing/2014/main" id="{262CCBA2-B9EC-4CAE-9FA9-D5BEE7E5C74C}"/>
              </a:ext>
            </a:extLst>
          </p:cNvPr>
          <p:cNvSpPr>
            <a:spLocks xmlns:a="http://schemas.openxmlformats.org/drawingml/2006/main" noGrp="1"/>
          </p:cNvSpPr>
          <p:nvPr/>
        </p:nvSpPr>
        <p:spPr>
          <a:xfrm xmlns:a="http://schemas.openxmlformats.org/drawingml/2006/main">
            <a:off x="8058150" y="6238875"/>
            <a:ext cx="274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68C7"/>
                </a:solidFill>
                <a:latin typeface="Helvetica Neue"/>
                <a:ea typeface="Helvetica Neue"/>
                <a:cs typeface="Helvetica Neue"/>
              </a:defRPr>
            </a:defPPr>
            <a:lvl1pPr>
              <a:defRPr sz="2100" b="1">
                <a:solidFill>
                  <a:srgbClr val="1668C7"/>
                </a:solidFill>
                <a:latin typeface="Helvetica Neue"/>
                <a:ea typeface="Helvetica Neue"/>
                <a:cs typeface="Helvetica Neue"/>
              </a:defRPr>
            </a:lvl1pPr>
            <a:lvl2pPr>
              <a:defRPr sz="2100" b="1">
                <a:solidFill>
                  <a:srgbClr val="1668C7"/>
                </a:solidFill>
                <a:latin typeface="Helvetica Neue"/>
                <a:ea typeface="Helvetica Neue"/>
                <a:cs typeface="Helvetica Neue"/>
              </a:defRPr>
            </a:lvl2pPr>
            <a:lvl3pPr>
              <a:defRPr sz="2100" b="1">
                <a:solidFill>
                  <a:srgbClr val="1668C7"/>
                </a:solidFill>
                <a:latin typeface="Helvetica Neue"/>
                <a:ea typeface="Helvetica Neue"/>
                <a:cs typeface="Helvetica Neue"/>
              </a:defRPr>
            </a:lvl3pPr>
            <a:lvl4pPr>
              <a:defRPr sz="2100" b="1">
                <a:solidFill>
                  <a:srgbClr val="1668C7"/>
                </a:solidFill>
                <a:latin typeface="Helvetica Neue"/>
                <a:ea typeface="Helvetica Neue"/>
                <a:cs typeface="Helvetica Neue"/>
              </a:defRPr>
            </a:lvl4pPr>
            <a:lvl5pPr>
              <a:defRPr sz="2100" b="1">
                <a:solidFill>
                  <a:srgbClr val="1668C7"/>
                </a:solidFill>
                <a:latin typeface="Helvetica Neue"/>
                <a:ea typeface="Helvetica Neue"/>
                <a:cs typeface="Helvetica Neue"/>
              </a:defRPr>
            </a:lvl5pPr>
            <a:lvl6pPr>
              <a:defRPr sz="2100" b="1">
                <a:solidFill>
                  <a:srgbClr val="1668C7"/>
                </a:solidFill>
                <a:latin typeface="Helvetica Neue"/>
                <a:ea typeface="Helvetica Neue"/>
                <a:cs typeface="Helvetica Neue"/>
              </a:defRPr>
            </a:lvl6pPr>
            <a:lvl7pPr>
              <a:defRPr sz="2100" b="1">
                <a:solidFill>
                  <a:srgbClr val="1668C7"/>
                </a:solidFill>
                <a:latin typeface="Helvetica Neue"/>
                <a:ea typeface="Helvetica Neue"/>
                <a:cs typeface="Helvetica Neue"/>
              </a:defRPr>
            </a:lvl7pPr>
            <a:lvl8pPr>
              <a:defRPr sz="2100" b="1">
                <a:solidFill>
                  <a:srgbClr val="1668C7"/>
                </a:solidFill>
                <a:latin typeface="Helvetica Neue"/>
                <a:ea typeface="Helvetica Neue"/>
                <a:cs typeface="Helvetica Neue"/>
              </a:defRPr>
            </a:lvl8pPr>
            <a:lvl9pPr>
              <a:defRPr sz="2100" b="1">
                <a:solidFill>
                  <a:srgbClr val="1668C7"/>
                </a:solidFill>
                <a:latin typeface="Helvetica Neue"/>
                <a:ea typeface="Helvetica Neue"/>
                <a:cs typeface="Helvetica Neue"/>
              </a:defRPr>
            </a:lvl9pPr>
          </a:lstStyle>
          <a:p xmlns:a="http://schemas.openxmlformats.org/drawingml/2006/main">
            <a:pPr>
              <a:defRPr sz="2100" b="1">
                <a:solidFill>
                  <a:srgbClr val="1668C7"/>
                </a:solidFill>
                <a:latin typeface="Helvetica Neue"/>
                <a:ea typeface="Helvetica Neue"/>
                <a:cs typeface="Helvetica Neue"/>
              </a:defRPr>
            </a:pPr>
            <a:r>
              <a:rPr sz="2100" b="1">
                <a:solidFill>
                  <a:srgbClr val="1668C7"/>
                </a:solidFill>
                <a:latin typeface="Helvetica Neue"/>
                <a:ea typeface="Helvetica Neue"/>
                <a:cs typeface="Helvetica Neue"/>
              </a:rPr>
              <a:t>Выбор ответа</a:t>
            </a:r>
          </a:p>
        </p:txBody>
      </p:sp>
      <p:sp>
        <p:nvSpPr>
          <p:cNvPr id="34" name="">
            <a:extLst xmlns:a="http://schemas.openxmlformats.org/drawingml/2006/main">
              <a:ext uri="{FF2B5EF4-FFF2-40B4-BE49-F238E27FC236}">
                <a16:creationId xmlns:a16="http://schemas.microsoft.com/office/drawing/2014/main" id="{096F494B-EE5E-46C6-AF0E-1A6C13912A53}"/>
              </a:ext>
            </a:extLst>
          </p:cNvPr>
          <p:cNvSpPr>
            <a:spLocks xmlns:a="http://schemas.openxmlformats.org/drawingml/2006/main" noGrp="1"/>
          </p:cNvSpPr>
          <p:nvPr/>
        </p:nvSpPr>
        <p:spPr>
          <a:xfrm xmlns:a="http://schemas.openxmlformats.org/drawingml/2006/main">
            <a:off x="8058150" y="6762750"/>
            <a:ext cx="2743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Риск: совет обратиться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к специалисту. Иначе:</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подходящая памятка.</a:t>
            </a:r>
          </a:p>
        </p:txBody>
      </p:sp>
      <p:sp>
        <p:nvSpPr>
          <p:cNvPr id="35" name="">
            <a:extLst xmlns:a="http://schemas.openxmlformats.org/drawingml/2006/main">
              <a:ext uri="{FF2B5EF4-FFF2-40B4-BE49-F238E27FC236}">
                <a16:creationId xmlns:a16="http://schemas.microsoft.com/office/drawing/2014/main" id="{1CC6E017-57F3-45DC-BD45-926FAD14B41E}"/>
              </a:ext>
            </a:extLst>
          </p:cNvPr>
          <p:cNvSpPr>
            <a:spLocks xmlns:a="http://schemas.openxmlformats.org/drawingml/2006/main" noGrp="1"/>
          </p:cNvSpPr>
          <p:nvPr/>
        </p:nvSpPr>
        <p:spPr>
          <a:xfrm xmlns:a="http://schemas.openxmlformats.org/drawingml/2006/main">
            <a:off x="11468100" y="6048375"/>
            <a:ext cx="3162300" cy="1762125"/>
          </a:xfrm>
          <a:prstGeom xmlns:a="http://schemas.openxmlformats.org/drawingml/2006/main" prst="roundRect">
            <a:avLst>
              <a:gd name="adj" fmla="val 6486"/>
            </a:avLst>
          </a:prstGeom>
          <a:solidFill xmlns:a="http://schemas.openxmlformats.org/drawingml/2006/main">
            <a:srgbClr val="EDF6F1"/>
          </a:solidFill>
          <a:ln xmlns:a="http://schemas.openxmlformats.org/drawingml/2006/main" w="14288">
            <a:solidFill>
              <a:srgbClr val="BCD8CA"/>
            </a:solidFill>
          </a:ln>
        </p:spPr>
      </p:sp>
      <p:sp>
        <p:nvSpPr>
          <p:cNvPr id="36" name="">
            <a:extLst xmlns:a="http://schemas.openxmlformats.org/drawingml/2006/main">
              <a:ext uri="{FF2B5EF4-FFF2-40B4-BE49-F238E27FC236}">
                <a16:creationId xmlns:a16="http://schemas.microsoft.com/office/drawing/2014/main" id="{784E3D5C-102D-4A93-AF02-2B2B233995B9}"/>
              </a:ext>
            </a:extLst>
          </p:cNvPr>
          <p:cNvSpPr>
            <a:spLocks xmlns:a="http://schemas.openxmlformats.org/drawingml/2006/main" noGrp="1"/>
          </p:cNvSpPr>
          <p:nvPr/>
        </p:nvSpPr>
        <p:spPr>
          <a:xfrm xmlns:a="http://schemas.openxmlformats.org/drawingml/2006/main">
            <a:off x="11677650" y="6238875"/>
            <a:ext cx="274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347565"/>
                </a:solidFill>
                <a:latin typeface="Helvetica Neue"/>
                <a:ea typeface="Helvetica Neue"/>
                <a:cs typeface="Helvetica Neue"/>
              </a:defRPr>
            </a:defPPr>
            <a:lvl1pPr>
              <a:defRPr sz="2100" b="1">
                <a:solidFill>
                  <a:srgbClr val="347565"/>
                </a:solidFill>
                <a:latin typeface="Helvetica Neue"/>
                <a:ea typeface="Helvetica Neue"/>
                <a:cs typeface="Helvetica Neue"/>
              </a:defRPr>
            </a:lvl1pPr>
            <a:lvl2pPr>
              <a:defRPr sz="2100" b="1">
                <a:solidFill>
                  <a:srgbClr val="347565"/>
                </a:solidFill>
                <a:latin typeface="Helvetica Neue"/>
                <a:ea typeface="Helvetica Neue"/>
                <a:cs typeface="Helvetica Neue"/>
              </a:defRPr>
            </a:lvl2pPr>
            <a:lvl3pPr>
              <a:defRPr sz="2100" b="1">
                <a:solidFill>
                  <a:srgbClr val="347565"/>
                </a:solidFill>
                <a:latin typeface="Helvetica Neue"/>
                <a:ea typeface="Helvetica Neue"/>
                <a:cs typeface="Helvetica Neue"/>
              </a:defRPr>
            </a:lvl3pPr>
            <a:lvl4pPr>
              <a:defRPr sz="2100" b="1">
                <a:solidFill>
                  <a:srgbClr val="347565"/>
                </a:solidFill>
                <a:latin typeface="Helvetica Neue"/>
                <a:ea typeface="Helvetica Neue"/>
                <a:cs typeface="Helvetica Neue"/>
              </a:defRPr>
            </a:lvl4pPr>
            <a:lvl5pPr>
              <a:defRPr sz="2100" b="1">
                <a:solidFill>
                  <a:srgbClr val="347565"/>
                </a:solidFill>
                <a:latin typeface="Helvetica Neue"/>
                <a:ea typeface="Helvetica Neue"/>
                <a:cs typeface="Helvetica Neue"/>
              </a:defRPr>
            </a:lvl5pPr>
            <a:lvl6pPr>
              <a:defRPr sz="2100" b="1">
                <a:solidFill>
                  <a:srgbClr val="347565"/>
                </a:solidFill>
                <a:latin typeface="Helvetica Neue"/>
                <a:ea typeface="Helvetica Neue"/>
                <a:cs typeface="Helvetica Neue"/>
              </a:defRPr>
            </a:lvl6pPr>
            <a:lvl7pPr>
              <a:defRPr sz="2100" b="1">
                <a:solidFill>
                  <a:srgbClr val="347565"/>
                </a:solidFill>
                <a:latin typeface="Helvetica Neue"/>
                <a:ea typeface="Helvetica Neue"/>
                <a:cs typeface="Helvetica Neue"/>
              </a:defRPr>
            </a:lvl7pPr>
            <a:lvl8pPr>
              <a:defRPr sz="2100" b="1">
                <a:solidFill>
                  <a:srgbClr val="347565"/>
                </a:solidFill>
                <a:latin typeface="Helvetica Neue"/>
                <a:ea typeface="Helvetica Neue"/>
                <a:cs typeface="Helvetica Neue"/>
              </a:defRPr>
            </a:lvl8pPr>
            <a:lvl9pPr>
              <a:defRPr sz="2100" b="1">
                <a:solidFill>
                  <a:srgbClr val="347565"/>
                </a:solidFill>
                <a:latin typeface="Helvetica Neue"/>
                <a:ea typeface="Helvetica Neue"/>
                <a:cs typeface="Helvetica Neue"/>
              </a:defRPr>
            </a:lvl9pPr>
          </a:lstStyle>
          <a:p xmlns:a="http://schemas.openxmlformats.org/drawingml/2006/main">
            <a:pPr>
              <a:defRPr sz="2100" b="1">
                <a:solidFill>
                  <a:srgbClr val="347565"/>
                </a:solidFill>
                <a:latin typeface="Helvetica Neue"/>
                <a:ea typeface="Helvetica Neue"/>
                <a:cs typeface="Helvetica Neue"/>
              </a:defRPr>
            </a:pPr>
            <a:r>
              <a:rPr sz="2100" b="1">
                <a:solidFill>
                  <a:srgbClr val="347565"/>
                </a:solidFill>
                <a:latin typeface="Helvetica Neue"/>
                <a:ea typeface="Helvetica Neue"/>
                <a:cs typeface="Helvetica Neue"/>
              </a:rPr>
              <a:t>Результат</a:t>
            </a:r>
          </a:p>
        </p:txBody>
      </p:sp>
      <p:sp>
        <p:nvSpPr>
          <p:cNvPr id="37" name="">
            <a:extLst xmlns:a="http://schemas.openxmlformats.org/drawingml/2006/main">
              <a:ext uri="{FF2B5EF4-FFF2-40B4-BE49-F238E27FC236}">
                <a16:creationId xmlns:a16="http://schemas.microsoft.com/office/drawing/2014/main" id="{EE59AC28-59C3-4269-AFEC-EEA8BAE45294}"/>
              </a:ext>
            </a:extLst>
          </p:cNvPr>
          <p:cNvSpPr>
            <a:spLocks xmlns:a="http://schemas.openxmlformats.org/drawingml/2006/main" noGrp="1"/>
          </p:cNvSpPr>
          <p:nvPr/>
        </p:nvSpPr>
        <p:spPr>
          <a:xfrm xmlns:a="http://schemas.openxmlformats.org/drawingml/2006/main">
            <a:off x="11677650" y="6762750"/>
            <a:ext cx="2743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2033"/>
                </a:solidFill>
                <a:latin typeface="Helvetica Neue"/>
                <a:ea typeface="Helvetica Neue"/>
                <a:cs typeface="Helvetica Neue"/>
              </a:defRPr>
            </a:defPPr>
            <a:lvl1pPr>
              <a:defRPr sz="1800" b="0">
                <a:solidFill>
                  <a:srgbClr val="162033"/>
                </a:solidFill>
                <a:latin typeface="Helvetica Neue"/>
                <a:ea typeface="Helvetica Neue"/>
                <a:cs typeface="Helvetica Neue"/>
              </a:defRPr>
            </a:lvl1pPr>
            <a:lvl2pPr>
              <a:defRPr sz="1800" b="0">
                <a:solidFill>
                  <a:srgbClr val="162033"/>
                </a:solidFill>
                <a:latin typeface="Helvetica Neue"/>
                <a:ea typeface="Helvetica Neue"/>
                <a:cs typeface="Helvetica Neue"/>
              </a:defRPr>
            </a:lvl2pPr>
            <a:lvl3pPr>
              <a:defRPr sz="1800" b="0">
                <a:solidFill>
                  <a:srgbClr val="162033"/>
                </a:solidFill>
                <a:latin typeface="Helvetica Neue"/>
                <a:ea typeface="Helvetica Neue"/>
                <a:cs typeface="Helvetica Neue"/>
              </a:defRPr>
            </a:lvl3pPr>
            <a:lvl4pPr>
              <a:defRPr sz="1800" b="0">
                <a:solidFill>
                  <a:srgbClr val="162033"/>
                </a:solidFill>
                <a:latin typeface="Helvetica Neue"/>
                <a:ea typeface="Helvetica Neue"/>
                <a:cs typeface="Helvetica Neue"/>
              </a:defRPr>
            </a:lvl4pPr>
            <a:lvl5pPr>
              <a:defRPr sz="1800" b="0">
                <a:solidFill>
                  <a:srgbClr val="162033"/>
                </a:solidFill>
                <a:latin typeface="Helvetica Neue"/>
                <a:ea typeface="Helvetica Neue"/>
                <a:cs typeface="Helvetica Neue"/>
              </a:defRPr>
            </a:lvl5pPr>
            <a:lvl6pPr>
              <a:defRPr sz="1800" b="0">
                <a:solidFill>
                  <a:srgbClr val="162033"/>
                </a:solidFill>
                <a:latin typeface="Helvetica Neue"/>
                <a:ea typeface="Helvetica Neue"/>
                <a:cs typeface="Helvetica Neue"/>
              </a:defRPr>
            </a:lvl6pPr>
            <a:lvl7pPr>
              <a:defRPr sz="1800" b="0">
                <a:solidFill>
                  <a:srgbClr val="162033"/>
                </a:solidFill>
                <a:latin typeface="Helvetica Neue"/>
                <a:ea typeface="Helvetica Neue"/>
                <a:cs typeface="Helvetica Neue"/>
              </a:defRPr>
            </a:lvl7pPr>
            <a:lvl8pPr>
              <a:defRPr sz="1800" b="0">
                <a:solidFill>
                  <a:srgbClr val="162033"/>
                </a:solidFill>
                <a:latin typeface="Helvetica Neue"/>
                <a:ea typeface="Helvetica Neue"/>
                <a:cs typeface="Helvetica Neue"/>
              </a:defRPr>
            </a:lvl8pPr>
            <a:lvl9pPr>
              <a:defRPr sz="1800" b="0">
                <a:solidFill>
                  <a:srgbClr val="162033"/>
                </a:solidFill>
                <a:latin typeface="Helvetica Neue"/>
                <a:ea typeface="Helvetica Neue"/>
                <a:cs typeface="Helvetica Neue"/>
              </a:defRPr>
            </a:lvl9pPr>
          </a:lstStyle>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Короткое объяснение</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и конкретные действия</a:t>
            </a:r>
          </a:p>
          <a:p xmlns:a="http://schemas.openxmlformats.org/drawingml/2006/main">
            <a:pPr>
              <a:defRPr sz="1800" b="0">
                <a:solidFill>
                  <a:srgbClr val="162033"/>
                </a:solidFill>
                <a:latin typeface="Helvetica Neue"/>
                <a:ea typeface="Helvetica Neue"/>
                <a:cs typeface="Helvetica Neue"/>
              </a:defRPr>
            </a:pPr>
            <a:r>
              <a:rPr sz="1800" b="0">
                <a:solidFill>
                  <a:srgbClr val="162033"/>
                </a:solidFill>
                <a:latin typeface="Helvetica Neue"/>
                <a:ea typeface="Helvetica Neue"/>
                <a:cs typeface="Helvetica Neue"/>
              </a:rPr>
              <a:t>для родителя.</a:t>
            </a:r>
          </a:p>
        </p:txBody>
      </p:sp>
      <p:sp>
        <p:nvSpPr>
          <p:cNvPr id="41" name="">
            <a:extLst xmlns:a="http://schemas.openxmlformats.org/drawingml/2006/main">
              <a:ext uri="{FF2B5EF4-FFF2-40B4-BE49-F238E27FC236}">
                <a16:creationId xmlns:a16="http://schemas.microsoft.com/office/drawing/2014/main" id="{B602CEBE-4E9D-43E9-BCCF-124E14040625}"/>
              </a:ext>
            </a:extLst>
          </p:cNvPr>
          <p:cNvSpPr>
            <a:spLocks xmlns:a="http://schemas.openxmlformats.org/drawingml/2006/main" noGrp="1"/>
          </p:cNvSpPr>
          <p:nvPr/>
        </p:nvSpPr>
        <p:spPr>
          <a:xfrm xmlns:a="http://schemas.openxmlformats.org/drawingml/2006/main">
            <a:off x="609600" y="8001000"/>
            <a:ext cx="1402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F6D82"/>
                </a:solidFill>
                <a:latin typeface="Helvetica Neue"/>
                <a:ea typeface="Helvetica Neue"/>
                <a:cs typeface="Helvetica Neue"/>
              </a:defRPr>
            </a:defPPr>
            <a:lvl1pPr>
              <a:defRPr sz="1575" b="0">
                <a:solidFill>
                  <a:srgbClr val="5F6D82"/>
                </a:solidFill>
                <a:latin typeface="Helvetica Neue"/>
                <a:ea typeface="Helvetica Neue"/>
                <a:cs typeface="Helvetica Neue"/>
              </a:defRPr>
            </a:lvl1pPr>
            <a:lvl2pPr>
              <a:defRPr sz="1575" b="0">
                <a:solidFill>
                  <a:srgbClr val="5F6D82"/>
                </a:solidFill>
                <a:latin typeface="Helvetica Neue"/>
                <a:ea typeface="Helvetica Neue"/>
                <a:cs typeface="Helvetica Neue"/>
              </a:defRPr>
            </a:lvl2pPr>
            <a:lvl3pPr>
              <a:defRPr sz="1575" b="0">
                <a:solidFill>
                  <a:srgbClr val="5F6D82"/>
                </a:solidFill>
                <a:latin typeface="Helvetica Neue"/>
                <a:ea typeface="Helvetica Neue"/>
                <a:cs typeface="Helvetica Neue"/>
              </a:defRPr>
            </a:lvl3pPr>
            <a:lvl4pPr>
              <a:defRPr sz="1575" b="0">
                <a:solidFill>
                  <a:srgbClr val="5F6D82"/>
                </a:solidFill>
                <a:latin typeface="Helvetica Neue"/>
                <a:ea typeface="Helvetica Neue"/>
                <a:cs typeface="Helvetica Neue"/>
              </a:defRPr>
            </a:lvl4pPr>
            <a:lvl5pPr>
              <a:defRPr sz="1575" b="0">
                <a:solidFill>
                  <a:srgbClr val="5F6D82"/>
                </a:solidFill>
                <a:latin typeface="Helvetica Neue"/>
                <a:ea typeface="Helvetica Neue"/>
                <a:cs typeface="Helvetica Neue"/>
              </a:defRPr>
            </a:lvl5pPr>
            <a:lvl6pPr>
              <a:defRPr sz="1575" b="0">
                <a:solidFill>
                  <a:srgbClr val="5F6D82"/>
                </a:solidFill>
                <a:latin typeface="Helvetica Neue"/>
                <a:ea typeface="Helvetica Neue"/>
                <a:cs typeface="Helvetica Neue"/>
              </a:defRPr>
            </a:lvl6pPr>
            <a:lvl7pPr>
              <a:defRPr sz="1575" b="0">
                <a:solidFill>
                  <a:srgbClr val="5F6D82"/>
                </a:solidFill>
                <a:latin typeface="Helvetica Neue"/>
                <a:ea typeface="Helvetica Neue"/>
                <a:cs typeface="Helvetica Neue"/>
              </a:defRPr>
            </a:lvl7pPr>
            <a:lvl8pPr>
              <a:defRPr sz="1575" b="0">
                <a:solidFill>
                  <a:srgbClr val="5F6D82"/>
                </a:solidFill>
                <a:latin typeface="Helvetica Neue"/>
                <a:ea typeface="Helvetica Neue"/>
                <a:cs typeface="Helvetica Neue"/>
              </a:defRPr>
            </a:lvl8pPr>
            <a:lvl9pPr>
              <a:defRPr sz="1575" b="0">
                <a:solidFill>
                  <a:srgbClr val="5F6D82"/>
                </a:solidFill>
                <a:latin typeface="Helvetica Neue"/>
                <a:ea typeface="Helvetica Neue"/>
                <a:cs typeface="Helvetica Neue"/>
              </a:defRPr>
            </a:lvl9pPr>
          </a:lstStyle>
          <a:p xmlns:a="http://schemas.openxmlformats.org/drawingml/2006/main">
            <a:pPr>
              <a:defRPr sz="1575" b="0">
                <a:solidFill>
                  <a:srgbClr val="5F6D82"/>
                </a:solidFill>
                <a:latin typeface="Helvetica Neue"/>
                <a:ea typeface="Helvetica Neue"/>
                <a:cs typeface="Helvetica Neue"/>
              </a:defRPr>
            </a:pPr>
            <a:r>
              <a:rPr sz="1575" b="0">
                <a:solidFill>
                  <a:srgbClr val="5F6D82"/>
                </a:solidFill>
                <a:latin typeface="Helvetica Neue"/>
                <a:ea typeface="Helvetica Neue"/>
                <a:cs typeface="Helvetica Neue"/>
              </a:rPr>
              <a:t>Прототип нейросети: MediaPipe распознаёт движения лица в браузере. Он исключён из публичных заданий.</a:t>
            </a:r>
          </a:p>
        </p:txBody>
      </p:sp>
    </p:spTree>
    <p:extLst>
      <p:ext uri="{BB962C8B-B14F-4D97-AF65-F5344CB8AC3E}">
        <p14:creationId xmlns:p14="http://schemas.microsoft.com/office/powerpoint/2010/main" val="80313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2026-10-17T17:47:14.3910000Z</dcterms:created>
  <dcterms:modified xsi:type="dcterms:W3CDTF">2026-10-17T17:47:14.3910000Z</dcterms:modified>
</coreProperties>
</file>